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9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4AB6BC-A560-4A83-AD75-D21F8A346E11}" v="21" dt="2025-11-22T12:42:14.6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46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o Henrique P. Cunha" userId="a25b8e2c833cc6c0" providerId="LiveId" clId="{BDCA6986-5A76-4E2A-A320-D132685C6BCE}"/>
    <pc:docChg chg="undo custSel addSld delSld modSld">
      <pc:chgData name="Paulo Henrique P. Cunha" userId="a25b8e2c833cc6c0" providerId="LiveId" clId="{BDCA6986-5A76-4E2A-A320-D132685C6BCE}" dt="2025-11-22T12:43:02.957" v="1393" actId="478"/>
      <pc:docMkLst>
        <pc:docMk/>
      </pc:docMkLst>
      <pc:sldChg chg="addSp delSp modSp mod">
        <pc:chgData name="Paulo Henrique P. Cunha" userId="a25b8e2c833cc6c0" providerId="LiveId" clId="{BDCA6986-5A76-4E2A-A320-D132685C6BCE}" dt="2025-11-22T12:43:02.957" v="1393" actId="478"/>
        <pc:sldMkLst>
          <pc:docMk/>
          <pc:sldMk cId="2763346748" sldId="256"/>
        </pc:sldMkLst>
        <pc:spChg chg="add del mod">
          <ac:chgData name="Paulo Henrique P. Cunha" userId="a25b8e2c833cc6c0" providerId="LiveId" clId="{BDCA6986-5A76-4E2A-A320-D132685C6BCE}" dt="2025-11-22T12:03:29.349" v="1376" actId="478"/>
          <ac:spMkLst>
            <pc:docMk/>
            <pc:sldMk cId="2763346748" sldId="256"/>
            <ac:spMk id="2" creationId="{1C3E30DF-1C99-08FA-E2F8-37D5008CD2BE}"/>
          </ac:spMkLst>
        </pc:spChg>
        <pc:spChg chg="add del ord">
          <ac:chgData name="Paulo Henrique P. Cunha" userId="a25b8e2c833cc6c0" providerId="LiveId" clId="{BDCA6986-5A76-4E2A-A320-D132685C6BCE}" dt="2025-11-22T11:56:29.912" v="1224" actId="167"/>
          <ac:spMkLst>
            <pc:docMk/>
            <pc:sldMk cId="2763346748" sldId="256"/>
            <ac:spMk id="4" creationId="{D0B67E90-48A7-034C-5422-ED75BFE0850A}"/>
          </ac:spMkLst>
        </pc:spChg>
        <pc:spChg chg="add del mod">
          <ac:chgData name="Paulo Henrique P. Cunha" userId="a25b8e2c833cc6c0" providerId="LiveId" clId="{BDCA6986-5A76-4E2A-A320-D132685C6BCE}" dt="2025-11-22T12:43:02.957" v="1393" actId="478"/>
          <ac:spMkLst>
            <pc:docMk/>
            <pc:sldMk cId="2763346748" sldId="256"/>
            <ac:spMk id="5" creationId="{26F6D096-2DC9-11DB-DDBD-D2F3D018ECC4}"/>
          </ac:spMkLst>
        </pc:spChg>
        <pc:spChg chg="add del">
          <ac:chgData name="Paulo Henrique P. Cunha" userId="a25b8e2c833cc6c0" providerId="LiveId" clId="{BDCA6986-5A76-4E2A-A320-D132685C6BCE}" dt="2025-11-22T11:50:03.844" v="1059" actId="478"/>
          <ac:spMkLst>
            <pc:docMk/>
            <pc:sldMk cId="2763346748" sldId="256"/>
            <ac:spMk id="9" creationId="{D1F2F2EC-5C36-879A-8C37-43EEF8880637}"/>
          </ac:spMkLst>
        </pc:spChg>
        <pc:spChg chg="add del">
          <ac:chgData name="Paulo Henrique P. Cunha" userId="a25b8e2c833cc6c0" providerId="LiveId" clId="{BDCA6986-5A76-4E2A-A320-D132685C6BCE}" dt="2025-11-22T11:50:41.915" v="1060" actId="478"/>
          <ac:spMkLst>
            <pc:docMk/>
            <pc:sldMk cId="2763346748" sldId="256"/>
            <ac:spMk id="13" creationId="{BC1C9604-09CF-BBC3-8ECB-8E533301A609}"/>
          </ac:spMkLst>
        </pc:spChg>
        <pc:spChg chg="del mod ord">
          <ac:chgData name="Paulo Henrique P. Cunha" userId="a25b8e2c833cc6c0" providerId="LiveId" clId="{BDCA6986-5A76-4E2A-A320-D132685C6BCE}" dt="2025-11-22T12:03:22.355" v="1375" actId="478"/>
          <ac:spMkLst>
            <pc:docMk/>
            <pc:sldMk cId="2763346748" sldId="256"/>
            <ac:spMk id="20" creationId="{600F85FE-8D8A-A09A-5BC7-E3D2D8B57644}"/>
          </ac:spMkLst>
        </pc:spChg>
        <pc:spChg chg="del mod ord">
          <ac:chgData name="Paulo Henrique P. Cunha" userId="a25b8e2c833cc6c0" providerId="LiveId" clId="{BDCA6986-5A76-4E2A-A320-D132685C6BCE}" dt="2025-11-22T12:03:22.355" v="1375" actId="478"/>
          <ac:spMkLst>
            <pc:docMk/>
            <pc:sldMk cId="2763346748" sldId="256"/>
            <ac:spMk id="21" creationId="{6B342F24-3A28-7369-6718-E73EB52C9B40}"/>
          </ac:spMkLst>
        </pc:spChg>
        <pc:spChg chg="del mod ord">
          <ac:chgData name="Paulo Henrique P. Cunha" userId="a25b8e2c833cc6c0" providerId="LiveId" clId="{BDCA6986-5A76-4E2A-A320-D132685C6BCE}" dt="2025-11-22T12:03:22.355" v="1375" actId="478"/>
          <ac:spMkLst>
            <pc:docMk/>
            <pc:sldMk cId="2763346748" sldId="256"/>
            <ac:spMk id="22" creationId="{CCEF2431-F96F-BA0C-04CA-847FFCCA3EE8}"/>
          </ac:spMkLst>
        </pc:spChg>
        <pc:spChg chg="del mod ord">
          <ac:chgData name="Paulo Henrique P. Cunha" userId="a25b8e2c833cc6c0" providerId="LiveId" clId="{BDCA6986-5A76-4E2A-A320-D132685C6BCE}" dt="2025-11-22T12:03:22.355" v="1375" actId="478"/>
          <ac:spMkLst>
            <pc:docMk/>
            <pc:sldMk cId="2763346748" sldId="256"/>
            <ac:spMk id="23" creationId="{2615425F-9FCA-B82F-0E6C-C3219E14B0E6}"/>
          </ac:spMkLst>
        </pc:spChg>
        <pc:spChg chg="del">
          <ac:chgData name="Paulo Henrique P. Cunha" userId="a25b8e2c833cc6c0" providerId="LiveId" clId="{BDCA6986-5A76-4E2A-A320-D132685C6BCE}" dt="2025-11-22T11:46:08.233" v="1046" actId="478"/>
          <ac:spMkLst>
            <pc:docMk/>
            <pc:sldMk cId="2763346748" sldId="256"/>
            <ac:spMk id="26" creationId="{EA89E5A1-EB8E-EFE0-B89D-4DCC0F73215A}"/>
          </ac:spMkLst>
        </pc:spChg>
        <pc:spChg chg="add del">
          <ac:chgData name="Paulo Henrique P. Cunha" userId="a25b8e2c833cc6c0" providerId="LiveId" clId="{BDCA6986-5A76-4E2A-A320-D132685C6BCE}" dt="2025-11-22T11:50:41.915" v="1060" actId="478"/>
          <ac:spMkLst>
            <pc:docMk/>
            <pc:sldMk cId="2763346748" sldId="256"/>
            <ac:spMk id="27" creationId="{63244060-9483-E9CA-B86B-349A7FE79071}"/>
          </ac:spMkLst>
        </pc:spChg>
        <pc:spChg chg="add del mod ord">
          <ac:chgData name="Paulo Henrique P. Cunha" userId="a25b8e2c833cc6c0" providerId="LiveId" clId="{BDCA6986-5A76-4E2A-A320-D132685C6BCE}" dt="2025-11-22T11:57:15.504" v="1292" actId="1076"/>
          <ac:spMkLst>
            <pc:docMk/>
            <pc:sldMk cId="2763346748" sldId="256"/>
            <ac:spMk id="49" creationId="{B62F8B20-5714-2DFC-3A9E-A32A91C0D81E}"/>
          </ac:spMkLst>
        </pc:spChg>
        <pc:spChg chg="add del mod">
          <ac:chgData name="Paulo Henrique P. Cunha" userId="a25b8e2c833cc6c0" providerId="LiveId" clId="{BDCA6986-5A76-4E2A-A320-D132685C6BCE}" dt="2025-11-22T11:51:55.428" v="1131" actId="1038"/>
          <ac:spMkLst>
            <pc:docMk/>
            <pc:sldMk cId="2763346748" sldId="256"/>
            <ac:spMk id="55" creationId="{AE0A27BF-9DA7-B87B-938B-638D6F5959D4}"/>
          </ac:spMkLst>
        </pc:spChg>
        <pc:spChg chg="add del">
          <ac:chgData name="Paulo Henrique P. Cunha" userId="a25b8e2c833cc6c0" providerId="LiveId" clId="{BDCA6986-5A76-4E2A-A320-D132685C6BCE}" dt="2025-11-22T11:50:03.844" v="1059" actId="478"/>
          <ac:spMkLst>
            <pc:docMk/>
            <pc:sldMk cId="2763346748" sldId="256"/>
            <ac:spMk id="56" creationId="{AB6F2943-D702-9B81-0F62-08628120746C}"/>
          </ac:spMkLst>
        </pc:spChg>
        <pc:spChg chg="add del">
          <ac:chgData name="Paulo Henrique P. Cunha" userId="a25b8e2c833cc6c0" providerId="LiveId" clId="{BDCA6986-5A76-4E2A-A320-D132685C6BCE}" dt="2025-11-22T11:50:41.915" v="1060" actId="478"/>
          <ac:spMkLst>
            <pc:docMk/>
            <pc:sldMk cId="2763346748" sldId="256"/>
            <ac:spMk id="101" creationId="{239EC9A4-6826-6662-82B3-EF0FF42C527F}"/>
          </ac:spMkLst>
        </pc:spChg>
        <pc:spChg chg="add del">
          <ac:chgData name="Paulo Henrique P. Cunha" userId="a25b8e2c833cc6c0" providerId="LiveId" clId="{BDCA6986-5A76-4E2A-A320-D132685C6BCE}" dt="2025-11-22T11:50:41.915" v="1060" actId="478"/>
          <ac:spMkLst>
            <pc:docMk/>
            <pc:sldMk cId="2763346748" sldId="256"/>
            <ac:spMk id="102" creationId="{A96B8D57-C98E-89C4-457B-F0E2B5F592DA}"/>
          </ac:spMkLst>
        </pc:spChg>
        <pc:spChg chg="del">
          <ac:chgData name="Paulo Henrique P. Cunha" userId="a25b8e2c833cc6c0" providerId="LiveId" clId="{BDCA6986-5A76-4E2A-A320-D132685C6BCE}" dt="2025-11-22T11:50:41.915" v="1060" actId="478"/>
          <ac:spMkLst>
            <pc:docMk/>
            <pc:sldMk cId="2763346748" sldId="256"/>
            <ac:spMk id="103" creationId="{68A5DA30-5F71-1F79-B685-98DB4207F2C6}"/>
          </ac:spMkLst>
        </pc:spChg>
        <pc:spChg chg="add del">
          <ac:chgData name="Paulo Henrique P. Cunha" userId="a25b8e2c833cc6c0" providerId="LiveId" clId="{BDCA6986-5A76-4E2A-A320-D132685C6BCE}" dt="2025-11-22T11:50:41.915" v="1060" actId="478"/>
          <ac:spMkLst>
            <pc:docMk/>
            <pc:sldMk cId="2763346748" sldId="256"/>
            <ac:spMk id="105" creationId="{FA025C3C-F420-6B01-8290-75435E77D966}"/>
          </ac:spMkLst>
        </pc:spChg>
        <pc:spChg chg="add del">
          <ac:chgData name="Paulo Henrique P. Cunha" userId="a25b8e2c833cc6c0" providerId="LiveId" clId="{BDCA6986-5A76-4E2A-A320-D132685C6BCE}" dt="2025-11-22T11:50:03.844" v="1059" actId="478"/>
          <ac:spMkLst>
            <pc:docMk/>
            <pc:sldMk cId="2763346748" sldId="256"/>
            <ac:spMk id="106" creationId="{44DF4D03-3EA3-8D59-E301-15BB20AE3F70}"/>
          </ac:spMkLst>
        </pc:spChg>
        <pc:spChg chg="del">
          <ac:chgData name="Paulo Henrique P. Cunha" userId="a25b8e2c833cc6c0" providerId="LiveId" clId="{BDCA6986-5A76-4E2A-A320-D132685C6BCE}" dt="2025-11-22T11:50:41.915" v="1060" actId="478"/>
          <ac:spMkLst>
            <pc:docMk/>
            <pc:sldMk cId="2763346748" sldId="256"/>
            <ac:spMk id="107" creationId="{C7E45AA8-6CFE-E192-7DE7-74910FE99B71}"/>
          </ac:spMkLst>
        </pc:spChg>
        <pc:spChg chg="add del mod">
          <ac:chgData name="Paulo Henrique P. Cunha" userId="a25b8e2c833cc6c0" providerId="LiveId" clId="{BDCA6986-5A76-4E2A-A320-D132685C6BCE}" dt="2025-11-22T11:51:55.428" v="1131" actId="1038"/>
          <ac:spMkLst>
            <pc:docMk/>
            <pc:sldMk cId="2763346748" sldId="256"/>
            <ac:spMk id="112" creationId="{B914950E-1C0F-BA72-283F-2AB21D326B07}"/>
          </ac:spMkLst>
        </pc:spChg>
        <pc:spChg chg="mod">
          <ac:chgData name="Paulo Henrique P. Cunha" userId="a25b8e2c833cc6c0" providerId="LiveId" clId="{BDCA6986-5A76-4E2A-A320-D132685C6BCE}" dt="2025-11-22T09:40:23.616" v="290" actId="1038"/>
          <ac:spMkLst>
            <pc:docMk/>
            <pc:sldMk cId="2763346748" sldId="256"/>
            <ac:spMk id="148" creationId="{CF1BCE74-5086-1828-E801-FB23507C7E82}"/>
          </ac:spMkLst>
        </pc:spChg>
        <pc:grpChg chg="del">
          <ac:chgData name="Paulo Henrique P. Cunha" userId="a25b8e2c833cc6c0" providerId="LiveId" clId="{BDCA6986-5A76-4E2A-A320-D132685C6BCE}" dt="2025-11-22T11:50:03.844" v="1059" actId="478"/>
          <ac:grpSpMkLst>
            <pc:docMk/>
            <pc:sldMk cId="2763346748" sldId="256"/>
            <ac:grpSpMk id="5" creationId="{D7EE45E3-58BB-79DF-8817-FD72C59FF6D1}"/>
          </ac:grpSpMkLst>
        </pc:grpChg>
        <pc:grpChg chg="del">
          <ac:chgData name="Paulo Henrique P. Cunha" userId="a25b8e2c833cc6c0" providerId="LiveId" clId="{BDCA6986-5A76-4E2A-A320-D132685C6BCE}" dt="2025-11-22T11:50:03.844" v="1059" actId="478"/>
          <ac:grpSpMkLst>
            <pc:docMk/>
            <pc:sldMk cId="2763346748" sldId="256"/>
            <ac:grpSpMk id="10" creationId="{23C1FD9A-7406-2BEF-12C6-5DCA059FCA05}"/>
          </ac:grpSpMkLst>
        </pc:grpChg>
        <pc:grpChg chg="del">
          <ac:chgData name="Paulo Henrique P. Cunha" userId="a25b8e2c833cc6c0" providerId="LiveId" clId="{BDCA6986-5A76-4E2A-A320-D132685C6BCE}" dt="2025-11-22T11:50:03.844" v="1059" actId="478"/>
          <ac:grpSpMkLst>
            <pc:docMk/>
            <pc:sldMk cId="2763346748" sldId="256"/>
            <ac:grpSpMk id="28" creationId="{B37BFB2C-8173-E8DA-41AE-E866F6385872}"/>
          </ac:grpSpMkLst>
        </pc:grpChg>
        <pc:grpChg chg="del">
          <ac:chgData name="Paulo Henrique P. Cunha" userId="a25b8e2c833cc6c0" providerId="LiveId" clId="{BDCA6986-5A76-4E2A-A320-D132685C6BCE}" dt="2025-11-22T11:50:03.844" v="1059" actId="478"/>
          <ac:grpSpMkLst>
            <pc:docMk/>
            <pc:sldMk cId="2763346748" sldId="256"/>
            <ac:grpSpMk id="57" creationId="{CB5CE0CE-0E29-BED6-1F63-B425A6B973B0}"/>
          </ac:grpSpMkLst>
        </pc:grpChg>
        <pc:grpChg chg="del">
          <ac:chgData name="Paulo Henrique P. Cunha" userId="a25b8e2c833cc6c0" providerId="LiveId" clId="{BDCA6986-5A76-4E2A-A320-D132685C6BCE}" dt="2025-11-22T11:50:03.844" v="1059" actId="478"/>
          <ac:grpSpMkLst>
            <pc:docMk/>
            <pc:sldMk cId="2763346748" sldId="256"/>
            <ac:grpSpMk id="79" creationId="{3F78DF7B-23A6-FFF2-AEAE-9696F9389D23}"/>
          </ac:grpSpMkLst>
        </pc:grpChg>
        <pc:grpChg chg="del">
          <ac:chgData name="Paulo Henrique P. Cunha" userId="a25b8e2c833cc6c0" providerId="LiveId" clId="{BDCA6986-5A76-4E2A-A320-D132685C6BCE}" dt="2025-11-22T11:50:41.915" v="1060" actId="478"/>
          <ac:grpSpMkLst>
            <pc:docMk/>
            <pc:sldMk cId="2763346748" sldId="256"/>
            <ac:grpSpMk id="113" creationId="{D3F932F3-48EF-F32C-7FC9-1D3D0F8BE510}"/>
          </ac:grpSpMkLst>
        </pc:grpChg>
        <pc:grpChg chg="del">
          <ac:chgData name="Paulo Henrique P. Cunha" userId="a25b8e2c833cc6c0" providerId="LiveId" clId="{BDCA6986-5A76-4E2A-A320-D132685C6BCE}" dt="2025-11-22T11:50:41.915" v="1060" actId="478"/>
          <ac:grpSpMkLst>
            <pc:docMk/>
            <pc:sldMk cId="2763346748" sldId="256"/>
            <ac:grpSpMk id="116" creationId="{5ED4D112-BB9C-24B7-6C4B-D8934C8F9756}"/>
          </ac:grpSpMkLst>
        </pc:grpChg>
        <pc:grpChg chg="del">
          <ac:chgData name="Paulo Henrique P. Cunha" userId="a25b8e2c833cc6c0" providerId="LiveId" clId="{BDCA6986-5A76-4E2A-A320-D132685C6BCE}" dt="2025-11-22T11:50:03.844" v="1059" actId="478"/>
          <ac:grpSpMkLst>
            <pc:docMk/>
            <pc:sldMk cId="2763346748" sldId="256"/>
            <ac:grpSpMk id="122" creationId="{4D32B6B6-7CE7-8F94-B313-90C2DF53DB58}"/>
          </ac:grpSpMkLst>
        </pc:grpChg>
        <pc:grpChg chg="del">
          <ac:chgData name="Paulo Henrique P. Cunha" userId="a25b8e2c833cc6c0" providerId="LiveId" clId="{BDCA6986-5A76-4E2A-A320-D132685C6BCE}" dt="2025-11-22T11:50:03.844" v="1059" actId="478"/>
          <ac:grpSpMkLst>
            <pc:docMk/>
            <pc:sldMk cId="2763346748" sldId="256"/>
            <ac:grpSpMk id="126" creationId="{107D9CCC-163F-31D1-491E-B04F100760E9}"/>
          </ac:grpSpMkLst>
        </pc:grpChg>
        <pc:picChg chg="add del mod">
          <ac:chgData name="Paulo Henrique P. Cunha" userId="a25b8e2c833cc6c0" providerId="LiveId" clId="{BDCA6986-5A76-4E2A-A320-D132685C6BCE}" dt="2025-11-22T12:42:13.076" v="1389" actId="478"/>
          <ac:picMkLst>
            <pc:docMk/>
            <pc:sldMk cId="2763346748" sldId="256"/>
            <ac:picMk id="3" creationId="{FC772399-EFF0-FA76-7EF7-62868E3B2795}"/>
          </ac:picMkLst>
        </pc:picChg>
        <pc:picChg chg="mod">
          <ac:chgData name="Paulo Henrique P. Cunha" userId="a25b8e2c833cc6c0" providerId="LiveId" clId="{BDCA6986-5A76-4E2A-A320-D132685C6BCE}" dt="2025-11-22T11:51:55.428" v="1131" actId="1038"/>
          <ac:picMkLst>
            <pc:docMk/>
            <pc:sldMk cId="2763346748" sldId="256"/>
            <ac:picMk id="104" creationId="{B94AA12C-B8BD-72D2-D0E2-08024C1D63AC}"/>
          </ac:picMkLst>
        </pc:picChg>
      </pc:sldChg>
      <pc:sldChg chg="delSp modSp mod">
        <pc:chgData name="Paulo Henrique P. Cunha" userId="a25b8e2c833cc6c0" providerId="LiveId" clId="{BDCA6986-5A76-4E2A-A320-D132685C6BCE}" dt="2025-11-22T12:05:47.572" v="1378" actId="478"/>
        <pc:sldMkLst>
          <pc:docMk/>
          <pc:sldMk cId="1979139501" sldId="257"/>
        </pc:sldMkLst>
        <pc:spChg chg="del">
          <ac:chgData name="Paulo Henrique P. Cunha" userId="a25b8e2c833cc6c0" providerId="LiveId" clId="{BDCA6986-5A76-4E2A-A320-D132685C6BCE}" dt="2025-11-22T12:05:47.572" v="1378" actId="478"/>
          <ac:spMkLst>
            <pc:docMk/>
            <pc:sldMk cId="1979139501" sldId="257"/>
            <ac:spMk id="20" creationId="{C9EEA93F-DB75-7B49-2729-0CF9E6D3180F}"/>
          </ac:spMkLst>
        </pc:spChg>
        <pc:spChg chg="del">
          <ac:chgData name="Paulo Henrique P. Cunha" userId="a25b8e2c833cc6c0" providerId="LiveId" clId="{BDCA6986-5A76-4E2A-A320-D132685C6BCE}" dt="2025-11-22T12:05:47.572" v="1378" actId="478"/>
          <ac:spMkLst>
            <pc:docMk/>
            <pc:sldMk cId="1979139501" sldId="257"/>
            <ac:spMk id="21" creationId="{4346FE16-C1C7-2309-5689-9DCDF89F106E}"/>
          </ac:spMkLst>
        </pc:spChg>
        <pc:spChg chg="del mod">
          <ac:chgData name="Paulo Henrique P. Cunha" userId="a25b8e2c833cc6c0" providerId="LiveId" clId="{BDCA6986-5A76-4E2A-A320-D132685C6BCE}" dt="2025-11-22T12:05:47.572" v="1378" actId="478"/>
          <ac:spMkLst>
            <pc:docMk/>
            <pc:sldMk cId="1979139501" sldId="257"/>
            <ac:spMk id="22" creationId="{7D78E9F0-95BC-55A4-D7DD-AB464C51471D}"/>
          </ac:spMkLst>
        </pc:spChg>
        <pc:spChg chg="del mod">
          <ac:chgData name="Paulo Henrique P. Cunha" userId="a25b8e2c833cc6c0" providerId="LiveId" clId="{BDCA6986-5A76-4E2A-A320-D132685C6BCE}" dt="2025-11-22T12:05:47.572" v="1378" actId="478"/>
          <ac:spMkLst>
            <pc:docMk/>
            <pc:sldMk cId="1979139501" sldId="257"/>
            <ac:spMk id="23" creationId="{F56350CC-10F9-4AC5-5FF0-115B69DE3D89}"/>
          </ac:spMkLst>
        </pc:spChg>
        <pc:spChg chg="del">
          <ac:chgData name="Paulo Henrique P. Cunha" userId="a25b8e2c833cc6c0" providerId="LiveId" clId="{BDCA6986-5A76-4E2A-A320-D132685C6BCE}" dt="2025-11-22T11:46:13.598" v="1047" actId="478"/>
          <ac:spMkLst>
            <pc:docMk/>
            <pc:sldMk cId="1979139501" sldId="257"/>
            <ac:spMk id="26" creationId="{27D7C526-4B6F-517B-8F27-4D7BFE0BE1F7}"/>
          </ac:spMkLst>
        </pc:spChg>
        <pc:spChg chg="mod">
          <ac:chgData name="Paulo Henrique P. Cunha" userId="a25b8e2c833cc6c0" providerId="LiveId" clId="{BDCA6986-5A76-4E2A-A320-D132685C6BCE}" dt="2025-11-21T17:40:19.808" v="17" actId="14100"/>
          <ac:spMkLst>
            <pc:docMk/>
            <pc:sldMk cId="1979139501" sldId="257"/>
            <ac:spMk id="49" creationId="{D5E903B6-37AF-064A-93DA-62DD60A40EF8}"/>
          </ac:spMkLst>
        </pc:spChg>
        <pc:spChg chg="mod">
          <ac:chgData name="Paulo Henrique P. Cunha" userId="a25b8e2c833cc6c0" providerId="LiveId" clId="{BDCA6986-5A76-4E2A-A320-D132685C6BCE}" dt="2025-11-21T17:40:23.883" v="18" actId="14100"/>
          <ac:spMkLst>
            <pc:docMk/>
            <pc:sldMk cId="1979139501" sldId="257"/>
            <ac:spMk id="50" creationId="{D5DFAFFD-8A74-0E70-0132-49571F564918}"/>
          </ac:spMkLst>
        </pc:spChg>
        <pc:spChg chg="mod">
          <ac:chgData name="Paulo Henrique P. Cunha" userId="a25b8e2c833cc6c0" providerId="LiveId" clId="{BDCA6986-5A76-4E2A-A320-D132685C6BCE}" dt="2025-11-21T17:40:13.396" v="16" actId="1038"/>
          <ac:spMkLst>
            <pc:docMk/>
            <pc:sldMk cId="1979139501" sldId="257"/>
            <ac:spMk id="51" creationId="{24A0FBD0-0975-CC86-311B-F257E82052A0}"/>
          </ac:spMkLst>
        </pc:spChg>
        <pc:grpChg chg="mod">
          <ac:chgData name="Paulo Henrique P. Cunha" userId="a25b8e2c833cc6c0" providerId="LiveId" clId="{BDCA6986-5A76-4E2A-A320-D132685C6BCE}" dt="2025-11-21T17:40:13.396" v="16" actId="1038"/>
          <ac:grpSpMkLst>
            <pc:docMk/>
            <pc:sldMk cId="1979139501" sldId="257"/>
            <ac:grpSpMk id="52" creationId="{1C7711EB-CC50-C23C-7541-2EB98221995E}"/>
          </ac:grpSpMkLst>
        </pc:grpChg>
        <pc:picChg chg="mod">
          <ac:chgData name="Paulo Henrique P. Cunha" userId="a25b8e2c833cc6c0" providerId="LiveId" clId="{BDCA6986-5A76-4E2A-A320-D132685C6BCE}" dt="2025-11-21T17:40:13.396" v="16" actId="1038"/>
          <ac:picMkLst>
            <pc:docMk/>
            <pc:sldMk cId="1979139501" sldId="257"/>
            <ac:picMk id="104" creationId="{470C679E-CC8D-B208-D771-A184070B11A6}"/>
          </ac:picMkLst>
        </pc:picChg>
      </pc:sldChg>
      <pc:sldChg chg="addSp delSp modSp add mod">
        <pc:chgData name="Paulo Henrique P. Cunha" userId="a25b8e2c833cc6c0" providerId="LiveId" clId="{BDCA6986-5A76-4E2A-A320-D132685C6BCE}" dt="2025-11-22T12:05:50.653" v="1379" actId="478"/>
        <pc:sldMkLst>
          <pc:docMk/>
          <pc:sldMk cId="140086918" sldId="258"/>
        </pc:sldMkLst>
        <pc:spChg chg="add del mod">
          <ac:chgData name="Paulo Henrique P. Cunha" userId="a25b8e2c833cc6c0" providerId="LiveId" clId="{BDCA6986-5A76-4E2A-A320-D132685C6BCE}" dt="2025-11-22T12:05:50.653" v="1379" actId="478"/>
          <ac:spMkLst>
            <pc:docMk/>
            <pc:sldMk cId="140086918" sldId="258"/>
            <ac:spMk id="2" creationId="{48AD12D2-278E-A9F5-7D7B-6389CE9AF43A}"/>
          </ac:spMkLst>
        </pc:spChg>
        <pc:spChg chg="del">
          <ac:chgData name="Paulo Henrique P. Cunha" userId="a25b8e2c833cc6c0" providerId="LiveId" clId="{BDCA6986-5A76-4E2A-A320-D132685C6BCE}" dt="2025-11-22T12:05:50.653" v="1379" actId="478"/>
          <ac:spMkLst>
            <pc:docMk/>
            <pc:sldMk cId="140086918" sldId="258"/>
            <ac:spMk id="20" creationId="{CE393EA5-A8B8-91B9-2141-9C9C5093ACE3}"/>
          </ac:spMkLst>
        </pc:spChg>
        <pc:spChg chg="del mod">
          <ac:chgData name="Paulo Henrique P. Cunha" userId="a25b8e2c833cc6c0" providerId="LiveId" clId="{BDCA6986-5A76-4E2A-A320-D132685C6BCE}" dt="2025-11-22T12:05:50.653" v="1379" actId="478"/>
          <ac:spMkLst>
            <pc:docMk/>
            <pc:sldMk cId="140086918" sldId="258"/>
            <ac:spMk id="21" creationId="{3E2546D8-994F-690A-4930-99F3453D3081}"/>
          </ac:spMkLst>
        </pc:spChg>
        <pc:spChg chg="del">
          <ac:chgData name="Paulo Henrique P. Cunha" userId="a25b8e2c833cc6c0" providerId="LiveId" clId="{BDCA6986-5A76-4E2A-A320-D132685C6BCE}" dt="2025-11-22T09:41:53.472" v="294" actId="478"/>
          <ac:spMkLst>
            <pc:docMk/>
            <pc:sldMk cId="140086918" sldId="258"/>
            <ac:spMk id="22" creationId="{D373169A-62EE-4D62-3887-1FE4D2183EF1}"/>
          </ac:spMkLst>
        </pc:spChg>
        <pc:spChg chg="del">
          <ac:chgData name="Paulo Henrique P. Cunha" userId="a25b8e2c833cc6c0" providerId="LiveId" clId="{BDCA6986-5A76-4E2A-A320-D132685C6BCE}" dt="2025-11-22T12:05:50.653" v="1379" actId="478"/>
          <ac:spMkLst>
            <pc:docMk/>
            <pc:sldMk cId="140086918" sldId="258"/>
            <ac:spMk id="23" creationId="{B549BDF1-86DD-87F7-7EF6-DC1662C19C5A}"/>
          </ac:spMkLst>
        </pc:spChg>
        <pc:spChg chg="del">
          <ac:chgData name="Paulo Henrique P. Cunha" userId="a25b8e2c833cc6c0" providerId="LiveId" clId="{BDCA6986-5A76-4E2A-A320-D132685C6BCE}" dt="2025-11-22T11:46:18.428" v="1048" actId="478"/>
          <ac:spMkLst>
            <pc:docMk/>
            <pc:sldMk cId="140086918" sldId="258"/>
            <ac:spMk id="26" creationId="{B5FABA99-4C7F-2354-5AAD-7E2804E6C1AF}"/>
          </ac:spMkLst>
        </pc:spChg>
        <pc:spChg chg="mod">
          <ac:chgData name="Paulo Henrique P. Cunha" userId="a25b8e2c833cc6c0" providerId="LiveId" clId="{BDCA6986-5A76-4E2A-A320-D132685C6BCE}" dt="2025-11-21T17:43:47.075" v="123" actId="14100"/>
          <ac:spMkLst>
            <pc:docMk/>
            <pc:sldMk cId="140086918" sldId="258"/>
            <ac:spMk id="27" creationId="{D18D3867-1FB2-9A2F-B81C-746737F36121}"/>
          </ac:spMkLst>
        </pc:spChg>
        <pc:spChg chg="mod">
          <ac:chgData name="Paulo Henrique P. Cunha" userId="a25b8e2c833cc6c0" providerId="LiveId" clId="{BDCA6986-5A76-4E2A-A320-D132685C6BCE}" dt="2025-11-21T17:44:37.564" v="274" actId="14100"/>
          <ac:spMkLst>
            <pc:docMk/>
            <pc:sldMk cId="140086918" sldId="258"/>
            <ac:spMk id="49" creationId="{2F714229-74AB-195C-3C29-09798A13A340}"/>
          </ac:spMkLst>
        </pc:spChg>
        <pc:spChg chg="del">
          <ac:chgData name="Paulo Henrique P. Cunha" userId="a25b8e2c833cc6c0" providerId="LiveId" clId="{BDCA6986-5A76-4E2A-A320-D132685C6BCE}" dt="2025-11-21T17:43:08.892" v="22" actId="478"/>
          <ac:spMkLst>
            <pc:docMk/>
            <pc:sldMk cId="140086918" sldId="258"/>
            <ac:spMk id="50" creationId="{E7A64B6D-07B4-43FE-DCA3-75F008EA7AC8}"/>
          </ac:spMkLst>
        </pc:spChg>
        <pc:spChg chg="del">
          <ac:chgData name="Paulo Henrique P. Cunha" userId="a25b8e2c833cc6c0" providerId="LiveId" clId="{BDCA6986-5A76-4E2A-A320-D132685C6BCE}" dt="2025-11-21T17:43:08.892" v="22" actId="478"/>
          <ac:spMkLst>
            <pc:docMk/>
            <pc:sldMk cId="140086918" sldId="258"/>
            <ac:spMk id="51" creationId="{7A82E946-76FD-17DD-C428-419F46A4B70B}"/>
          </ac:spMkLst>
        </pc:spChg>
        <pc:spChg chg="mod">
          <ac:chgData name="Paulo Henrique P. Cunha" userId="a25b8e2c833cc6c0" providerId="LiveId" clId="{BDCA6986-5A76-4E2A-A320-D132685C6BCE}" dt="2025-11-21T17:44:01.939" v="181" actId="1036"/>
          <ac:spMkLst>
            <pc:docMk/>
            <pc:sldMk cId="140086918" sldId="258"/>
            <ac:spMk id="106" creationId="{1760035D-D3FD-74B4-82CD-02B2BCBB7BED}"/>
          </ac:spMkLst>
        </pc:spChg>
        <pc:spChg chg="mod">
          <ac:chgData name="Paulo Henrique P. Cunha" userId="a25b8e2c833cc6c0" providerId="LiveId" clId="{BDCA6986-5A76-4E2A-A320-D132685C6BCE}" dt="2025-11-21T17:44:01.939" v="181" actId="1036"/>
          <ac:spMkLst>
            <pc:docMk/>
            <pc:sldMk cId="140086918" sldId="258"/>
            <ac:spMk id="107" creationId="{A38794DE-F229-2764-F11B-4439CF53D2C9}"/>
          </ac:spMkLst>
        </pc:spChg>
        <pc:spChg chg="del">
          <ac:chgData name="Paulo Henrique P. Cunha" userId="a25b8e2c833cc6c0" providerId="LiveId" clId="{BDCA6986-5A76-4E2A-A320-D132685C6BCE}" dt="2025-11-21T17:43:08.892" v="22" actId="478"/>
          <ac:spMkLst>
            <pc:docMk/>
            <pc:sldMk cId="140086918" sldId="258"/>
            <ac:spMk id="111" creationId="{FF5CC3C5-5410-D279-12B5-42F02B1AF120}"/>
          </ac:spMkLst>
        </pc:spChg>
        <pc:spChg chg="del">
          <ac:chgData name="Paulo Henrique P. Cunha" userId="a25b8e2c833cc6c0" providerId="LiveId" clId="{BDCA6986-5A76-4E2A-A320-D132685C6BCE}" dt="2025-11-21T17:43:08.892" v="22" actId="478"/>
          <ac:spMkLst>
            <pc:docMk/>
            <pc:sldMk cId="140086918" sldId="258"/>
            <ac:spMk id="112" creationId="{2D102A97-710B-30B9-0BD5-24E5A63BA2AF}"/>
          </ac:spMkLst>
        </pc:spChg>
        <pc:grpChg chg="del">
          <ac:chgData name="Paulo Henrique P. Cunha" userId="a25b8e2c833cc6c0" providerId="LiveId" clId="{BDCA6986-5A76-4E2A-A320-D132685C6BCE}" dt="2025-11-21T17:43:08.892" v="22" actId="478"/>
          <ac:grpSpMkLst>
            <pc:docMk/>
            <pc:sldMk cId="140086918" sldId="258"/>
            <ac:grpSpMk id="52" creationId="{6D24B9C2-904E-1B9A-27D8-24A094659DDD}"/>
          </ac:grpSpMkLst>
        </pc:grpChg>
        <pc:grpChg chg="mod">
          <ac:chgData name="Paulo Henrique P. Cunha" userId="a25b8e2c833cc6c0" providerId="LiveId" clId="{BDCA6986-5A76-4E2A-A320-D132685C6BCE}" dt="2025-11-21T17:43:31.451" v="121" actId="1037"/>
          <ac:grpSpMkLst>
            <pc:docMk/>
            <pc:sldMk cId="140086918" sldId="258"/>
            <ac:grpSpMk id="116" creationId="{8DC985C8-B5E4-3ABF-73FC-213043E1D2CB}"/>
          </ac:grpSpMkLst>
        </pc:grpChg>
        <pc:picChg chg="mod">
          <ac:chgData name="Paulo Henrique P. Cunha" userId="a25b8e2c833cc6c0" providerId="LiveId" clId="{BDCA6986-5A76-4E2A-A320-D132685C6BCE}" dt="2025-11-21T17:44:44.197" v="281" actId="1036"/>
          <ac:picMkLst>
            <pc:docMk/>
            <pc:sldMk cId="140086918" sldId="258"/>
            <ac:picMk id="104" creationId="{8593F43C-D62A-4EBA-A4C3-C84DF4FC5344}"/>
          </ac:picMkLst>
        </pc:picChg>
      </pc:sldChg>
      <pc:sldChg chg="del">
        <pc:chgData name="Paulo Henrique P. Cunha" userId="a25b8e2c833cc6c0" providerId="LiveId" clId="{BDCA6986-5A76-4E2A-A320-D132685C6BCE}" dt="2025-11-21T17:42:38.225" v="20" actId="47"/>
        <pc:sldMkLst>
          <pc:docMk/>
          <pc:sldMk cId="2546959188" sldId="258"/>
        </pc:sldMkLst>
      </pc:sldChg>
      <pc:sldChg chg="del">
        <pc:chgData name="Paulo Henrique P. Cunha" userId="a25b8e2c833cc6c0" providerId="LiveId" clId="{BDCA6986-5A76-4E2A-A320-D132685C6BCE}" dt="2025-11-21T17:42:36.840" v="19" actId="47"/>
        <pc:sldMkLst>
          <pc:docMk/>
          <pc:sldMk cId="614373192" sldId="259"/>
        </pc:sldMkLst>
      </pc:sldChg>
      <pc:sldChg chg="addSp delSp modSp add mod">
        <pc:chgData name="Paulo Henrique P. Cunha" userId="a25b8e2c833cc6c0" providerId="LiveId" clId="{BDCA6986-5A76-4E2A-A320-D132685C6BCE}" dt="2025-11-22T12:05:54.067" v="1380" actId="478"/>
        <pc:sldMkLst>
          <pc:docMk/>
          <pc:sldMk cId="1205295092" sldId="259"/>
        </pc:sldMkLst>
        <pc:spChg chg="del">
          <ac:chgData name="Paulo Henrique P. Cunha" userId="a25b8e2c833cc6c0" providerId="LiveId" clId="{BDCA6986-5A76-4E2A-A320-D132685C6BCE}" dt="2025-11-22T12:05:54.067" v="1380" actId="478"/>
          <ac:spMkLst>
            <pc:docMk/>
            <pc:sldMk cId="1205295092" sldId="259"/>
            <ac:spMk id="2" creationId="{927DBD53-1EFE-4CB2-C00E-7862DC05B4FF}"/>
          </ac:spMkLst>
        </pc:spChg>
        <pc:spChg chg="add del mod">
          <ac:chgData name="Paulo Henrique P. Cunha" userId="a25b8e2c833cc6c0" providerId="LiveId" clId="{BDCA6986-5A76-4E2A-A320-D132685C6BCE}" dt="2025-11-22T09:50:43.879" v="306" actId="478"/>
          <ac:spMkLst>
            <pc:docMk/>
            <pc:sldMk cId="1205295092" sldId="259"/>
            <ac:spMk id="3" creationId="{8E4E2284-BE76-EA61-EBF0-F2FC2A9F9079}"/>
          </ac:spMkLst>
        </pc:spChg>
        <pc:spChg chg="mod">
          <ac:chgData name="Paulo Henrique P. Cunha" userId="a25b8e2c833cc6c0" providerId="LiveId" clId="{BDCA6986-5A76-4E2A-A320-D132685C6BCE}" dt="2025-11-22T09:53:04.281" v="384" actId="1076"/>
          <ac:spMkLst>
            <pc:docMk/>
            <pc:sldMk cId="1205295092" sldId="259"/>
            <ac:spMk id="4" creationId="{1B59112F-4C67-F56C-5343-F03C445D9A5D}"/>
          </ac:spMkLst>
        </pc:spChg>
        <pc:spChg chg="add del mod">
          <ac:chgData name="Paulo Henrique P. Cunha" userId="a25b8e2c833cc6c0" providerId="LiveId" clId="{BDCA6986-5A76-4E2A-A320-D132685C6BCE}" dt="2025-11-22T09:50:50.999" v="309" actId="478"/>
          <ac:spMkLst>
            <pc:docMk/>
            <pc:sldMk cId="1205295092" sldId="259"/>
            <ac:spMk id="5" creationId="{11240434-3DE6-1092-F9A8-865623A4A6EA}"/>
          </ac:spMkLst>
        </pc:spChg>
        <pc:spChg chg="add del mod">
          <ac:chgData name="Paulo Henrique P. Cunha" userId="a25b8e2c833cc6c0" providerId="LiveId" clId="{BDCA6986-5A76-4E2A-A320-D132685C6BCE}" dt="2025-11-22T09:51:22.359" v="324" actId="478"/>
          <ac:spMkLst>
            <pc:docMk/>
            <pc:sldMk cId="1205295092" sldId="259"/>
            <ac:spMk id="6" creationId="{35E7DEFD-0C91-B8E5-CB3A-F0E75BCB1BB5}"/>
          </ac:spMkLst>
        </pc:spChg>
        <pc:spChg chg="add del mod">
          <ac:chgData name="Paulo Henrique P. Cunha" userId="a25b8e2c833cc6c0" providerId="LiveId" clId="{BDCA6986-5A76-4E2A-A320-D132685C6BCE}" dt="2025-11-22T09:51:23.495" v="325" actId="478"/>
          <ac:spMkLst>
            <pc:docMk/>
            <pc:sldMk cId="1205295092" sldId="259"/>
            <ac:spMk id="7" creationId="{A4C6C794-42BE-BB87-BE90-B4999A32DDFF}"/>
          </ac:spMkLst>
        </pc:spChg>
        <pc:spChg chg="add mod">
          <ac:chgData name="Paulo Henrique P. Cunha" userId="a25b8e2c833cc6c0" providerId="LiveId" clId="{BDCA6986-5A76-4E2A-A320-D132685C6BCE}" dt="2025-11-22T09:54:04.329" v="414" actId="1076"/>
          <ac:spMkLst>
            <pc:docMk/>
            <pc:sldMk cId="1205295092" sldId="259"/>
            <ac:spMk id="8" creationId="{60F30BE7-6DB0-4173-A44A-00CA0DA726EF}"/>
          </ac:spMkLst>
        </pc:spChg>
        <pc:spChg chg="add mod">
          <ac:chgData name="Paulo Henrique P. Cunha" userId="a25b8e2c833cc6c0" providerId="LiveId" clId="{BDCA6986-5A76-4E2A-A320-D132685C6BCE}" dt="2025-11-22T09:52:38.399" v="360" actId="14100"/>
          <ac:spMkLst>
            <pc:docMk/>
            <pc:sldMk cId="1205295092" sldId="259"/>
            <ac:spMk id="9" creationId="{3D6A64DA-ABC7-9788-DE3F-043992C1A726}"/>
          </ac:spMkLst>
        </pc:spChg>
        <pc:spChg chg="add mod">
          <ac:chgData name="Paulo Henrique P. Cunha" userId="a25b8e2c833cc6c0" providerId="LiveId" clId="{BDCA6986-5A76-4E2A-A320-D132685C6BCE}" dt="2025-11-22T09:53:33.796" v="405" actId="14100"/>
          <ac:spMkLst>
            <pc:docMk/>
            <pc:sldMk cId="1205295092" sldId="259"/>
            <ac:spMk id="10" creationId="{03C6A837-64AD-ACFE-C634-7B7A03C7C700}"/>
          </ac:spMkLst>
        </pc:spChg>
        <pc:spChg chg="add mod">
          <ac:chgData name="Paulo Henrique P. Cunha" userId="a25b8e2c833cc6c0" providerId="LiveId" clId="{BDCA6986-5A76-4E2A-A320-D132685C6BCE}" dt="2025-11-22T09:53:41.117" v="406"/>
          <ac:spMkLst>
            <pc:docMk/>
            <pc:sldMk cId="1205295092" sldId="259"/>
            <ac:spMk id="11" creationId="{856005C1-C213-EED5-DB3C-F2A17EE72D5C}"/>
          </ac:spMkLst>
        </pc:spChg>
        <pc:spChg chg="add mod">
          <ac:chgData name="Paulo Henrique P. Cunha" userId="a25b8e2c833cc6c0" providerId="LiveId" clId="{BDCA6986-5A76-4E2A-A320-D132685C6BCE}" dt="2025-11-22T09:53:41.117" v="406"/>
          <ac:spMkLst>
            <pc:docMk/>
            <pc:sldMk cId="1205295092" sldId="259"/>
            <ac:spMk id="12" creationId="{66D7A846-99DB-3F2D-20A0-C5A91B266C9E}"/>
          </ac:spMkLst>
        </pc:spChg>
        <pc:spChg chg="add mod">
          <ac:chgData name="Paulo Henrique P. Cunha" userId="a25b8e2c833cc6c0" providerId="LiveId" clId="{BDCA6986-5A76-4E2A-A320-D132685C6BCE}" dt="2025-11-22T09:54:01.021" v="412"/>
          <ac:spMkLst>
            <pc:docMk/>
            <pc:sldMk cId="1205295092" sldId="259"/>
            <ac:spMk id="13" creationId="{4EF8AA0D-55D6-B0C9-1D0C-0513C2613C76}"/>
          </ac:spMkLst>
        </pc:spChg>
        <pc:spChg chg="del mod">
          <ac:chgData name="Paulo Henrique P. Cunha" userId="a25b8e2c833cc6c0" providerId="LiveId" clId="{BDCA6986-5A76-4E2A-A320-D132685C6BCE}" dt="2025-11-22T12:05:54.067" v="1380" actId="478"/>
          <ac:spMkLst>
            <pc:docMk/>
            <pc:sldMk cId="1205295092" sldId="259"/>
            <ac:spMk id="20" creationId="{FD8E278A-0A21-E4C7-AC28-8F7364422B42}"/>
          </ac:spMkLst>
        </pc:spChg>
        <pc:spChg chg="del">
          <ac:chgData name="Paulo Henrique P. Cunha" userId="a25b8e2c833cc6c0" providerId="LiveId" clId="{BDCA6986-5A76-4E2A-A320-D132685C6BCE}" dt="2025-11-22T12:05:54.067" v="1380" actId="478"/>
          <ac:spMkLst>
            <pc:docMk/>
            <pc:sldMk cId="1205295092" sldId="259"/>
            <ac:spMk id="21" creationId="{02FAE8B3-3A70-EEF0-E8B5-A30AA56DC589}"/>
          </ac:spMkLst>
        </pc:spChg>
        <pc:spChg chg="add mod">
          <ac:chgData name="Paulo Henrique P. Cunha" userId="a25b8e2c833cc6c0" providerId="LiveId" clId="{BDCA6986-5A76-4E2A-A320-D132685C6BCE}" dt="2025-11-22T09:54:01.021" v="412"/>
          <ac:spMkLst>
            <pc:docMk/>
            <pc:sldMk cId="1205295092" sldId="259"/>
            <ac:spMk id="22" creationId="{98433566-A19A-A851-6BB5-064357ACF116}"/>
          </ac:spMkLst>
        </pc:spChg>
        <pc:spChg chg="del">
          <ac:chgData name="Paulo Henrique P. Cunha" userId="a25b8e2c833cc6c0" providerId="LiveId" clId="{BDCA6986-5A76-4E2A-A320-D132685C6BCE}" dt="2025-11-22T12:05:54.067" v="1380" actId="478"/>
          <ac:spMkLst>
            <pc:docMk/>
            <pc:sldMk cId="1205295092" sldId="259"/>
            <ac:spMk id="23" creationId="{E5E64752-2CB3-4A42-72F4-830F1704138E}"/>
          </ac:spMkLst>
        </pc:spChg>
        <pc:spChg chg="add mod">
          <ac:chgData name="Paulo Henrique P. Cunha" userId="a25b8e2c833cc6c0" providerId="LiveId" clId="{BDCA6986-5A76-4E2A-A320-D132685C6BCE}" dt="2025-11-22T09:54:33.718" v="532" actId="1038"/>
          <ac:spMkLst>
            <pc:docMk/>
            <pc:sldMk cId="1205295092" sldId="259"/>
            <ac:spMk id="25" creationId="{80009333-11CF-2407-66B2-E71226F3A188}"/>
          </ac:spMkLst>
        </pc:spChg>
        <pc:spChg chg="del">
          <ac:chgData name="Paulo Henrique P. Cunha" userId="a25b8e2c833cc6c0" providerId="LiveId" clId="{BDCA6986-5A76-4E2A-A320-D132685C6BCE}" dt="2025-11-22T11:46:33.725" v="1051" actId="478"/>
          <ac:spMkLst>
            <pc:docMk/>
            <pc:sldMk cId="1205295092" sldId="259"/>
            <ac:spMk id="26" creationId="{D4C9D0A7-9D36-1FE8-A76A-0B93BBA847D0}"/>
          </ac:spMkLst>
        </pc:spChg>
        <pc:spChg chg="mod">
          <ac:chgData name="Paulo Henrique P. Cunha" userId="a25b8e2c833cc6c0" providerId="LiveId" clId="{BDCA6986-5A76-4E2A-A320-D132685C6BCE}" dt="2025-11-22T09:52:34.016" v="359" actId="14100"/>
          <ac:spMkLst>
            <pc:docMk/>
            <pc:sldMk cId="1205295092" sldId="259"/>
            <ac:spMk id="27" creationId="{22BD73C7-3C98-9FAF-0442-30C827CE2A0F}"/>
          </ac:spMkLst>
        </pc:spChg>
        <pc:spChg chg="add mod">
          <ac:chgData name="Paulo Henrique P. Cunha" userId="a25b8e2c833cc6c0" providerId="LiveId" clId="{BDCA6986-5A76-4E2A-A320-D132685C6BCE}" dt="2025-11-22T09:54:33.718" v="532" actId="1038"/>
          <ac:spMkLst>
            <pc:docMk/>
            <pc:sldMk cId="1205295092" sldId="259"/>
            <ac:spMk id="28" creationId="{950F9FD9-FD5E-8603-8A96-3C9C7E5FCF45}"/>
          </ac:spMkLst>
        </pc:spChg>
        <pc:spChg chg="add mod">
          <ac:chgData name="Paulo Henrique P. Cunha" userId="a25b8e2c833cc6c0" providerId="LiveId" clId="{BDCA6986-5A76-4E2A-A320-D132685C6BCE}" dt="2025-11-22T09:55:19.910" v="767"/>
          <ac:spMkLst>
            <pc:docMk/>
            <pc:sldMk cId="1205295092" sldId="259"/>
            <ac:spMk id="30" creationId="{CAE9F302-16BE-8BCE-8A29-E99840D88454}"/>
          </ac:spMkLst>
        </pc:spChg>
        <pc:spChg chg="add mod">
          <ac:chgData name="Paulo Henrique P. Cunha" userId="a25b8e2c833cc6c0" providerId="LiveId" clId="{BDCA6986-5A76-4E2A-A320-D132685C6BCE}" dt="2025-11-22T09:56:17.239" v="849" actId="1036"/>
          <ac:spMkLst>
            <pc:docMk/>
            <pc:sldMk cId="1205295092" sldId="259"/>
            <ac:spMk id="31" creationId="{DE1DBD66-40E4-E303-F844-BDD8F8065070}"/>
          </ac:spMkLst>
        </pc:spChg>
        <pc:spChg chg="add del mod">
          <ac:chgData name="Paulo Henrique P. Cunha" userId="a25b8e2c833cc6c0" providerId="LiveId" clId="{BDCA6986-5A76-4E2A-A320-D132685C6BCE}" dt="2025-11-22T09:57:43.352" v="1045" actId="478"/>
          <ac:spMkLst>
            <pc:docMk/>
            <pc:sldMk cId="1205295092" sldId="259"/>
            <ac:spMk id="32" creationId="{B1A7F1EA-7496-AC23-4D45-5B78AEE93A99}"/>
          </ac:spMkLst>
        </pc:spChg>
        <pc:spChg chg="mod">
          <ac:chgData name="Paulo Henrique P. Cunha" userId="a25b8e2c833cc6c0" providerId="LiveId" clId="{BDCA6986-5A76-4E2A-A320-D132685C6BCE}" dt="2025-11-22T09:57:11.695" v="963"/>
          <ac:spMkLst>
            <pc:docMk/>
            <pc:sldMk cId="1205295092" sldId="259"/>
            <ac:spMk id="34" creationId="{10B14D46-CEF7-B819-6BD8-BEE489D6AE64}"/>
          </ac:spMkLst>
        </pc:spChg>
        <pc:spChg chg="mod">
          <ac:chgData name="Paulo Henrique P. Cunha" userId="a25b8e2c833cc6c0" providerId="LiveId" clId="{BDCA6986-5A76-4E2A-A320-D132685C6BCE}" dt="2025-11-22T09:57:11.695" v="963"/>
          <ac:spMkLst>
            <pc:docMk/>
            <pc:sldMk cId="1205295092" sldId="259"/>
            <ac:spMk id="35" creationId="{4BFC3F12-B201-D1F9-E83C-30F72D57424B}"/>
          </ac:spMkLst>
        </pc:spChg>
        <pc:spChg chg="del mod">
          <ac:chgData name="Paulo Henrique P. Cunha" userId="a25b8e2c833cc6c0" providerId="LiveId" clId="{BDCA6986-5A76-4E2A-A320-D132685C6BCE}" dt="2025-11-22T09:51:07.542" v="314" actId="478"/>
          <ac:spMkLst>
            <pc:docMk/>
            <pc:sldMk cId="1205295092" sldId="259"/>
            <ac:spMk id="49" creationId="{C0D89D56-1905-818E-E132-117B6CDDE239}"/>
          </ac:spMkLst>
        </pc:spChg>
        <pc:spChg chg="add del mod">
          <ac:chgData name="Paulo Henrique P. Cunha" userId="a25b8e2c833cc6c0" providerId="LiveId" clId="{BDCA6986-5A76-4E2A-A320-D132685C6BCE}" dt="2025-11-22T09:53:59.460" v="411" actId="121"/>
          <ac:spMkLst>
            <pc:docMk/>
            <pc:sldMk cId="1205295092" sldId="259"/>
            <ac:spMk id="55" creationId="{DA9D1819-1095-58FE-4E21-3391D8391780}"/>
          </ac:spMkLst>
        </pc:spChg>
        <pc:spChg chg="mod">
          <ac:chgData name="Paulo Henrique P. Cunha" userId="a25b8e2c833cc6c0" providerId="LiveId" clId="{BDCA6986-5A76-4E2A-A320-D132685C6BCE}" dt="2025-11-22T09:53:59.460" v="411" actId="121"/>
          <ac:spMkLst>
            <pc:docMk/>
            <pc:sldMk cId="1205295092" sldId="259"/>
            <ac:spMk id="56" creationId="{E781E47F-E4A6-466A-15F1-FB0B5C2DA3E3}"/>
          </ac:spMkLst>
        </pc:spChg>
        <pc:spChg chg="del mod">
          <ac:chgData name="Paulo Henrique P. Cunha" userId="a25b8e2c833cc6c0" providerId="LiveId" clId="{BDCA6986-5A76-4E2A-A320-D132685C6BCE}" dt="2025-11-22T09:57:36.599" v="1043" actId="478"/>
          <ac:spMkLst>
            <pc:docMk/>
            <pc:sldMk cId="1205295092" sldId="259"/>
            <ac:spMk id="105" creationId="{D1565BBD-DC70-04AB-8234-966050668199}"/>
          </ac:spMkLst>
        </pc:spChg>
        <pc:spChg chg="del mod">
          <ac:chgData name="Paulo Henrique P. Cunha" userId="a25b8e2c833cc6c0" providerId="LiveId" clId="{BDCA6986-5A76-4E2A-A320-D132685C6BCE}" dt="2025-11-22T09:57:39.368" v="1044" actId="478"/>
          <ac:spMkLst>
            <pc:docMk/>
            <pc:sldMk cId="1205295092" sldId="259"/>
            <ac:spMk id="106" creationId="{54A9459C-8CC5-3B82-EBE3-74CC4A093B01}"/>
          </ac:spMkLst>
        </pc:spChg>
        <pc:spChg chg="mod">
          <ac:chgData name="Paulo Henrique P. Cunha" userId="a25b8e2c833cc6c0" providerId="LiveId" clId="{BDCA6986-5A76-4E2A-A320-D132685C6BCE}" dt="2025-11-22T09:55:26.359" v="769" actId="1036"/>
          <ac:spMkLst>
            <pc:docMk/>
            <pc:sldMk cId="1205295092" sldId="259"/>
            <ac:spMk id="107" creationId="{360FAEE7-88F0-CB25-D52D-FE3DADC515E5}"/>
          </ac:spMkLst>
        </pc:spChg>
        <pc:grpChg chg="add mod">
          <ac:chgData name="Paulo Henrique P. Cunha" userId="a25b8e2c833cc6c0" providerId="LiveId" clId="{BDCA6986-5A76-4E2A-A320-D132685C6BCE}" dt="2025-11-22T09:57:21.415" v="1042" actId="1036"/>
          <ac:grpSpMkLst>
            <pc:docMk/>
            <pc:sldMk cId="1205295092" sldId="259"/>
            <ac:grpSpMk id="33" creationId="{D661DF5B-3FF1-9F1E-E6B9-D806920754DE}"/>
          </ac:grpSpMkLst>
        </pc:grpChg>
        <pc:grpChg chg="mod">
          <ac:chgData name="Paulo Henrique P. Cunha" userId="a25b8e2c833cc6c0" providerId="LiveId" clId="{BDCA6986-5A76-4E2A-A320-D132685C6BCE}" dt="2025-11-22T09:53:14.910" v="403" actId="1037"/>
          <ac:grpSpMkLst>
            <pc:docMk/>
            <pc:sldMk cId="1205295092" sldId="259"/>
            <ac:grpSpMk id="116" creationId="{A0AD6E78-D2AC-A972-BB02-D98A80088D95}"/>
          </ac:grpSpMkLst>
        </pc:grpChg>
        <pc:picChg chg="add del">
          <ac:chgData name="Paulo Henrique P. Cunha" userId="a25b8e2c833cc6c0" providerId="LiveId" clId="{BDCA6986-5A76-4E2A-A320-D132685C6BCE}" dt="2025-11-22T11:46:25.414" v="1050" actId="478"/>
          <ac:picMkLst>
            <pc:docMk/>
            <pc:sldMk cId="1205295092" sldId="259"/>
            <ac:picMk id="24" creationId="{C6DEFCC9-C900-2D49-AED6-092C76B66996}"/>
          </ac:picMkLst>
        </pc:picChg>
        <pc:picChg chg="add mod">
          <ac:chgData name="Paulo Henrique P. Cunha" userId="a25b8e2c833cc6c0" providerId="LiveId" clId="{BDCA6986-5A76-4E2A-A320-D132685C6BCE}" dt="2025-11-22T09:55:01.192" v="676" actId="1036"/>
          <ac:picMkLst>
            <pc:docMk/>
            <pc:sldMk cId="1205295092" sldId="259"/>
            <ac:picMk id="29" creationId="{E38A6EF4-6C46-3079-C8F5-99215705084E}"/>
          </ac:picMkLst>
        </pc:picChg>
        <pc:picChg chg="mod">
          <ac:chgData name="Paulo Henrique P. Cunha" userId="a25b8e2c833cc6c0" providerId="LiveId" clId="{BDCA6986-5A76-4E2A-A320-D132685C6BCE}" dt="2025-11-22T09:52:56.144" v="382" actId="1037"/>
          <ac:picMkLst>
            <pc:docMk/>
            <pc:sldMk cId="1205295092" sldId="259"/>
            <ac:picMk id="104" creationId="{3C6096BA-F4D9-D35A-7FC7-7267E6A00C2B}"/>
          </ac:picMkLst>
        </pc:picChg>
      </pc:sldChg>
      <pc:sldChg chg="delSp add mod">
        <pc:chgData name="Paulo Henrique P. Cunha" userId="a25b8e2c833cc6c0" providerId="LiveId" clId="{BDCA6986-5A76-4E2A-A320-D132685C6BCE}" dt="2025-11-22T12:05:44.169" v="1377" actId="478"/>
        <pc:sldMkLst>
          <pc:docMk/>
          <pc:sldMk cId="938531842" sldId="260"/>
        </pc:sldMkLst>
        <pc:spChg chg="del">
          <ac:chgData name="Paulo Henrique P. Cunha" userId="a25b8e2c833cc6c0" providerId="LiveId" clId="{BDCA6986-5A76-4E2A-A320-D132685C6BCE}" dt="2025-11-22T12:05:44.169" v="1377" actId="478"/>
          <ac:spMkLst>
            <pc:docMk/>
            <pc:sldMk cId="938531842" sldId="260"/>
            <ac:spMk id="20" creationId="{16F44292-D8B4-8EE1-BC61-13C17EABBFD3}"/>
          </ac:spMkLst>
        </pc:spChg>
        <pc:spChg chg="del">
          <ac:chgData name="Paulo Henrique P. Cunha" userId="a25b8e2c833cc6c0" providerId="LiveId" clId="{BDCA6986-5A76-4E2A-A320-D132685C6BCE}" dt="2025-11-22T12:05:44.169" v="1377" actId="478"/>
          <ac:spMkLst>
            <pc:docMk/>
            <pc:sldMk cId="938531842" sldId="260"/>
            <ac:spMk id="21" creationId="{5DB22EC6-6522-307B-EA41-D48BF00E0150}"/>
          </ac:spMkLst>
        </pc:spChg>
        <pc:spChg chg="del">
          <ac:chgData name="Paulo Henrique P. Cunha" userId="a25b8e2c833cc6c0" providerId="LiveId" clId="{BDCA6986-5A76-4E2A-A320-D132685C6BCE}" dt="2025-11-22T12:05:44.169" v="1377" actId="478"/>
          <ac:spMkLst>
            <pc:docMk/>
            <pc:sldMk cId="938531842" sldId="260"/>
            <ac:spMk id="22" creationId="{085EA848-252B-94CA-6D7A-A9FC8082F905}"/>
          </ac:spMkLst>
        </pc:spChg>
        <pc:spChg chg="del">
          <ac:chgData name="Paulo Henrique P. Cunha" userId="a25b8e2c833cc6c0" providerId="LiveId" clId="{BDCA6986-5A76-4E2A-A320-D132685C6BCE}" dt="2025-11-22T12:05:44.169" v="1377" actId="478"/>
          <ac:spMkLst>
            <pc:docMk/>
            <pc:sldMk cId="938531842" sldId="260"/>
            <ac:spMk id="23" creationId="{C61E3C25-20B1-5D45-A516-6010FE60150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FF5DE-05D0-40FF-B9A8-A4742A87FCBE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06A1A1-31B0-49A3-BC4B-E1CCB862D2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4563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6A1A1-31B0-49A3-BC4B-E1CCB862D22F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3946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C5EDF-B382-2358-F446-9B810B9A0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AB05BC7-5D78-178B-2985-D3C4C55F2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E5E6E9C-9CCB-7B85-A454-0FF642FB9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3B9ACCF-A424-8CAB-1F8F-85922A5379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6A1A1-31B0-49A3-BC4B-E1CCB862D22F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8068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3EA6D-9E84-D598-D215-85E607E4C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E12428A-44B3-D061-3003-88CE57F41D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08A3595-F68C-736A-1271-E6FEE82F2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E4F9BAA-228D-558F-6A96-261228781C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6A1A1-31B0-49A3-BC4B-E1CCB862D22F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6037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B4B613-789D-F3BD-E0F2-4859151373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1617108-887A-4BFF-BBEB-E8AE3AE124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8DF3FF-EAEE-8DF0-494C-8379D8F65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F109B-4199-494E-A1BD-51D989670B9C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472644-7E6C-BFA1-AF68-330441DB3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EBAA687-9EBF-B1A2-72F3-6CE61D3B9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8B34A-64F4-4432-A8B1-672EDE0CB3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5564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385FF3-D986-1D77-4770-EC0E396F6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67B41B-CD79-6334-9CE8-CA63C8A43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C698F3-0AB7-820F-A4C5-551B17B17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F109B-4199-494E-A1BD-51D989670B9C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E38762-D7A7-54C0-2F66-89B32A9BE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FADC38-9AC7-5E66-1743-D124530F3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8B34A-64F4-4432-A8B1-672EDE0CB3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1058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17B062-1276-E23A-F7D8-8A4F9E08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0B3EDFD-66AD-F4B1-B93C-FA5CE384F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55563F-2D0E-532A-EC56-7B682992C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F109B-4199-494E-A1BD-51D989670B9C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49956D-7F37-F051-7AE1-9D5AE76BB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6C3240-6566-EF82-4108-277511EC7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8B34A-64F4-4432-A8B1-672EDE0CB3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4501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152D69-0DA9-634B-38A5-5887DB6CE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4D3880-D9F3-835B-82B5-90506E8B5A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0EE985-7F0D-0FDF-7097-308E6C130D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66AFAB7-6045-6FD7-C3B1-B53F1FF7A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F109B-4199-494E-A1BD-51D989670B9C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CC08CFE-F60A-1281-1B45-0C7C7D18F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58BA826-A579-A048-3F37-C55C19CF6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8B34A-64F4-4432-A8B1-672EDE0CB3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5292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E8D4CA-0316-2DE4-C4DF-0957CD433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B76A1B8-4DA5-3965-BC45-52D96B86B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D6A6F74-38AD-0A9F-EC4F-11FEEAEE7D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493A632-3E94-CDC2-4F5A-008F3097D5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EAC9BE0-1F7D-5855-1013-BBB517CF89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F34C68F-9851-BB17-F7CF-B2ACE8B01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F109B-4199-494E-A1BD-51D989670B9C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5B9E2BC-95D3-2629-8478-0464914F1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570EB67-8004-4EBF-29D5-10C53298E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8B34A-64F4-4432-A8B1-672EDE0CB3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4867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4E8125-DF22-5954-D273-C9E825C08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9BAABA2-B16F-D1D2-4793-D85B32C65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F109B-4199-494E-A1BD-51D989670B9C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549ED96-B1E9-AC5A-E81F-3B1FD1053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2005F08-298E-C8DD-63F3-FFBCF41F4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8B34A-64F4-4432-A8B1-672EDE0CB3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315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7F9B095-92CB-D88C-EE42-2857CC1A3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F109B-4199-494E-A1BD-51D989670B9C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1DA0B09-8DC1-ED5C-CBA4-254D47A60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7D66761-7DDF-B89F-151F-33FCDE28F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8B34A-64F4-4432-A8B1-672EDE0CB3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2269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90CB1E-8263-63BD-1B04-89E0FB2C9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9F3C84-DA30-3A6E-6888-82AEAA623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32EE8A7-0017-F1DD-4E1F-89094347F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048F611-3692-B7EA-5E03-FEFA93F6C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F109B-4199-494E-A1BD-51D989670B9C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F7D0379-C15C-D399-CCE9-058AF341F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C0A0B62-4151-FC89-FEA1-01D770B7E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8B34A-64F4-4432-A8B1-672EDE0CB3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8681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332E88-BDC5-C375-5791-C84832B9D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510FC4D-8772-6809-12A9-46792B1DC7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3131549-0712-C7D9-A18D-1F4E11530A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4919EE-254D-6AC4-15E6-9CA6878E4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F109B-4199-494E-A1BD-51D989670B9C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347C83-3401-8C22-9298-27F9593CC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D4AFB60-EC00-1483-D94A-0C8235151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8B34A-64F4-4432-A8B1-672EDE0CB3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1107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346825-31F3-4A21-7576-2532C7D1F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F242A29-D7F7-4E37-514F-EB9A60C13F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456FBB-B553-43E2-3A7D-886BEED9C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F109B-4199-494E-A1BD-51D989670B9C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3A186E-BBC7-E786-9886-AE8DD61DE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323F57-EFB0-0969-AFA0-000721E1B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8B34A-64F4-4432-A8B1-672EDE0CB3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3390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AA100B-4381-AD2E-419C-484D749DBE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A5BB7B3-F5D6-E4F1-9670-F4207D6F98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3A917E-38AC-327C-891A-B9BAD55D0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F109B-4199-494E-A1BD-51D989670B9C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DE010B-D7C5-3E4B-FD02-573AC9755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77C776-C0FE-3E52-D9F9-CD5F84434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8B34A-64F4-4432-A8B1-672EDE0CB3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0560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06F8C8F-F99E-0301-5C41-154D911B4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76B7FCE-A538-12DF-62A8-ADCEDC8A5C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6B76CF5-6795-5A42-0A5B-02C6E2B24E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2F109B-4199-494E-A1BD-51D989670B9C}" type="datetimeFigureOut">
              <a:rPr lang="pt-BR" smtClean="0"/>
              <a:t>22/11/2025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BB4F46-8864-CBA3-18A7-831891FC4E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483FB6-97C9-6561-3968-4F9BCF78DE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48B34A-64F4-4432-A8B1-672EDE0CB3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5336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493;p87">
            <a:extLst>
              <a:ext uri="{FF2B5EF4-FFF2-40B4-BE49-F238E27FC236}">
                <a16:creationId xmlns:a16="http://schemas.microsoft.com/office/drawing/2014/main" id="{D0B67E90-48A7-034C-5422-ED75BFE0850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B0F0"/>
              </a:gs>
              <a:gs pos="58000">
                <a:srgbClr val="020323"/>
              </a:gs>
              <a:gs pos="100000">
                <a:srgbClr val="020323"/>
              </a:gs>
            </a:gsLst>
            <a:path path="circle">
              <a:fillToRect l="50000" t="50000" r="50000" b="50000"/>
            </a:path>
            <a:tileRect/>
          </a:gradFill>
          <a:ln w="19050" cap="flat" cmpd="sng">
            <a:solidFill>
              <a:srgbClr val="0F465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2538;p87">
            <a:extLst>
              <a:ext uri="{FF2B5EF4-FFF2-40B4-BE49-F238E27FC236}">
                <a16:creationId xmlns:a16="http://schemas.microsoft.com/office/drawing/2014/main" id="{B62F8B20-5714-2DFC-3A9E-A32A91C0D81E}"/>
              </a:ext>
            </a:extLst>
          </p:cNvPr>
          <p:cNvSpPr/>
          <p:nvPr/>
        </p:nvSpPr>
        <p:spPr>
          <a:xfrm>
            <a:off x="976347" y="1485678"/>
            <a:ext cx="10109467" cy="4195929"/>
          </a:xfrm>
          <a:prstGeom prst="flowChartInternalStorage">
            <a:avLst/>
          </a:prstGeom>
          <a:solidFill>
            <a:srgbClr val="022D55">
              <a:alpha val="7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" name="Google Shape;2503;p87">
            <a:extLst>
              <a:ext uri="{FF2B5EF4-FFF2-40B4-BE49-F238E27FC236}">
                <a16:creationId xmlns:a16="http://schemas.microsoft.com/office/drawing/2014/main" id="{C8F15D98-EFFB-6E9D-685F-6B085718CE44}"/>
              </a:ext>
            </a:extLst>
          </p:cNvPr>
          <p:cNvGrpSpPr/>
          <p:nvPr/>
        </p:nvGrpSpPr>
        <p:grpSpPr>
          <a:xfrm>
            <a:off x="0" y="-1"/>
            <a:ext cx="12192000" cy="571887"/>
            <a:chOff x="0" y="-1"/>
            <a:chExt cx="12192000" cy="571887"/>
          </a:xfrm>
        </p:grpSpPr>
        <p:sp>
          <p:nvSpPr>
            <p:cNvPr id="15" name="Google Shape;2504;p87">
              <a:extLst>
                <a:ext uri="{FF2B5EF4-FFF2-40B4-BE49-F238E27FC236}">
                  <a16:creationId xmlns:a16="http://schemas.microsoft.com/office/drawing/2014/main" id="{6ED9B913-207E-7282-80A1-A3C7CA387553}"/>
                </a:ext>
              </a:extLst>
            </p:cNvPr>
            <p:cNvSpPr/>
            <p:nvPr/>
          </p:nvSpPr>
          <p:spPr>
            <a:xfrm rot="10800000" flipH="1">
              <a:off x="6567509" y="413476"/>
              <a:ext cx="193574" cy="72527"/>
            </a:xfrm>
            <a:custGeom>
              <a:avLst/>
              <a:gdLst/>
              <a:ahLst/>
              <a:cxnLst/>
              <a:rect l="l" t="t" r="r" b="b"/>
              <a:pathLst>
                <a:path w="4573" h="3953" extrusionOk="0">
                  <a:moveTo>
                    <a:pt x="0" y="0"/>
                  </a:moveTo>
                  <a:lnTo>
                    <a:pt x="2286" y="3953"/>
                  </a:lnTo>
                  <a:lnTo>
                    <a:pt x="4572" y="0"/>
                  </a:lnTo>
                  <a:close/>
                </a:path>
              </a:pathLst>
            </a:custGeom>
            <a:solidFill>
              <a:srgbClr val="501549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2505;p87">
              <a:extLst>
                <a:ext uri="{FF2B5EF4-FFF2-40B4-BE49-F238E27FC236}">
                  <a16:creationId xmlns:a16="http://schemas.microsoft.com/office/drawing/2014/main" id="{7EA23BF0-8D2B-9FCA-4571-3C2E699BB359}"/>
                </a:ext>
              </a:extLst>
            </p:cNvPr>
            <p:cNvSpPr/>
            <p:nvPr/>
          </p:nvSpPr>
          <p:spPr>
            <a:xfrm>
              <a:off x="0" y="0"/>
              <a:ext cx="12192000" cy="3977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2506;p87">
              <a:extLst>
                <a:ext uri="{FF2B5EF4-FFF2-40B4-BE49-F238E27FC236}">
                  <a16:creationId xmlns:a16="http://schemas.microsoft.com/office/drawing/2014/main" id="{DA584B72-6B70-2D87-6F2B-97099DCB531B}"/>
                </a:ext>
              </a:extLst>
            </p:cNvPr>
            <p:cNvSpPr/>
            <p:nvPr/>
          </p:nvSpPr>
          <p:spPr>
            <a:xfrm>
              <a:off x="2938382" y="-1"/>
              <a:ext cx="6358017" cy="571887"/>
            </a:xfrm>
            <a:prstGeom prst="flowChartAlternateProcess">
              <a:avLst/>
            </a:prstGeom>
            <a:solidFill>
              <a:schemeClr val="dk2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2507;p87">
              <a:extLst>
                <a:ext uri="{FF2B5EF4-FFF2-40B4-BE49-F238E27FC236}">
                  <a16:creationId xmlns:a16="http://schemas.microsoft.com/office/drawing/2014/main" id="{D0000AED-17FD-4C1F-FA91-F10D941B2228}"/>
                </a:ext>
              </a:extLst>
            </p:cNvPr>
            <p:cNvSpPr/>
            <p:nvPr/>
          </p:nvSpPr>
          <p:spPr>
            <a:xfrm>
              <a:off x="2778027" y="38838"/>
              <a:ext cx="1117600" cy="533048"/>
            </a:xfrm>
            <a:prstGeom prst="flowChartTerminator">
              <a:avLst/>
            </a:prstGeom>
            <a:solidFill>
              <a:schemeClr val="dk2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2508;p87">
              <a:extLst>
                <a:ext uri="{FF2B5EF4-FFF2-40B4-BE49-F238E27FC236}">
                  <a16:creationId xmlns:a16="http://schemas.microsoft.com/office/drawing/2014/main" id="{436B55E4-3870-70BA-83C5-13A7835D8167}"/>
                </a:ext>
              </a:extLst>
            </p:cNvPr>
            <p:cNvSpPr/>
            <p:nvPr/>
          </p:nvSpPr>
          <p:spPr>
            <a:xfrm>
              <a:off x="8163530" y="33558"/>
              <a:ext cx="1250443" cy="538328"/>
            </a:xfrm>
            <a:prstGeom prst="flowChartTerminator">
              <a:avLst/>
            </a:prstGeom>
            <a:solidFill>
              <a:schemeClr val="dk2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" name="Google Shape;2513;p87" descr="Uma imagem contendo escuro, computador, luz, remoto&#10;&#10;Descrição gerada automaticamente">
            <a:extLst>
              <a:ext uri="{FF2B5EF4-FFF2-40B4-BE49-F238E27FC236}">
                <a16:creationId xmlns:a16="http://schemas.microsoft.com/office/drawing/2014/main" id="{998030D3-B777-AB57-ABF0-F071C68F27E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38082" y="-2"/>
            <a:ext cx="2958616" cy="109731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2544;p87">
            <a:extLst>
              <a:ext uri="{FF2B5EF4-FFF2-40B4-BE49-F238E27FC236}">
                <a16:creationId xmlns:a16="http://schemas.microsoft.com/office/drawing/2014/main" id="{AE0A27BF-9DA7-B87B-938B-638D6F5959D4}"/>
              </a:ext>
            </a:extLst>
          </p:cNvPr>
          <p:cNvSpPr/>
          <p:nvPr/>
        </p:nvSpPr>
        <p:spPr>
          <a:xfrm>
            <a:off x="10408654" y="1484941"/>
            <a:ext cx="680260" cy="402343"/>
          </a:xfrm>
          <a:custGeom>
            <a:avLst/>
            <a:gdLst/>
            <a:ahLst/>
            <a:cxnLst/>
            <a:rect l="l" t="t" r="r" b="b"/>
            <a:pathLst>
              <a:path w="18419" h="10894" extrusionOk="0">
                <a:moveTo>
                  <a:pt x="1" y="1"/>
                </a:moveTo>
                <a:lnTo>
                  <a:pt x="1" y="291"/>
                </a:lnTo>
                <a:lnTo>
                  <a:pt x="13574" y="291"/>
                </a:lnTo>
                <a:lnTo>
                  <a:pt x="18128" y="4845"/>
                </a:lnTo>
                <a:lnTo>
                  <a:pt x="18128" y="10893"/>
                </a:lnTo>
                <a:lnTo>
                  <a:pt x="18418" y="10893"/>
                </a:lnTo>
                <a:lnTo>
                  <a:pt x="18418" y="4722"/>
                </a:lnTo>
                <a:lnTo>
                  <a:pt x="13697" y="1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2593;p87">
            <a:extLst>
              <a:ext uri="{FF2B5EF4-FFF2-40B4-BE49-F238E27FC236}">
                <a16:creationId xmlns:a16="http://schemas.microsoft.com/office/drawing/2014/main" id="{B94AA12C-B8BD-72D2-D0E2-08024C1D63A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925526" y="5286256"/>
            <a:ext cx="743776" cy="40237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2601;p87">
            <a:extLst>
              <a:ext uri="{FF2B5EF4-FFF2-40B4-BE49-F238E27FC236}">
                <a16:creationId xmlns:a16="http://schemas.microsoft.com/office/drawing/2014/main" id="{B914950E-1C0F-BA72-283F-2AB21D326B07}"/>
              </a:ext>
            </a:extLst>
          </p:cNvPr>
          <p:cNvSpPr/>
          <p:nvPr/>
        </p:nvSpPr>
        <p:spPr>
          <a:xfrm>
            <a:off x="993345" y="1492698"/>
            <a:ext cx="83288" cy="83288"/>
          </a:xfrm>
          <a:custGeom>
            <a:avLst/>
            <a:gdLst/>
            <a:ahLst/>
            <a:cxnLst/>
            <a:rect l="l" t="t" r="r" b="b"/>
            <a:pathLst>
              <a:path w="2260" h="2260" extrusionOk="0">
                <a:moveTo>
                  <a:pt x="0" y="0"/>
                </a:moveTo>
                <a:lnTo>
                  <a:pt x="0" y="2260"/>
                </a:lnTo>
                <a:lnTo>
                  <a:pt x="387" y="2260"/>
                </a:lnTo>
                <a:lnTo>
                  <a:pt x="387" y="387"/>
                </a:lnTo>
                <a:lnTo>
                  <a:pt x="2260" y="387"/>
                </a:lnTo>
                <a:lnTo>
                  <a:pt x="2260" y="0"/>
                </a:lnTo>
                <a:close/>
              </a:path>
            </a:pathLst>
          </a:custGeom>
          <a:solidFill>
            <a:srgbClr val="4DFFFF"/>
          </a:solidFill>
          <a:ln w="9525" cap="flat" cmpd="sng">
            <a:solidFill>
              <a:srgbClr val="009F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2515;p87">
            <a:extLst>
              <a:ext uri="{FF2B5EF4-FFF2-40B4-BE49-F238E27FC236}">
                <a16:creationId xmlns:a16="http://schemas.microsoft.com/office/drawing/2014/main" id="{CF1BCE74-5086-1828-E801-FB23507C7E82}"/>
              </a:ext>
            </a:extLst>
          </p:cNvPr>
          <p:cNvSpPr txBox="1"/>
          <p:nvPr/>
        </p:nvSpPr>
        <p:spPr>
          <a:xfrm>
            <a:off x="9008184" y="6379508"/>
            <a:ext cx="2888194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93D3"/>
              </a:buClr>
              <a:buSzPts val="2400"/>
              <a:buFont typeface="Open Sans ExtraBold"/>
              <a:buNone/>
            </a:pPr>
            <a:r>
              <a:rPr lang="pt-BR" sz="2000" dirty="0">
                <a:solidFill>
                  <a:srgbClr val="6293D3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pcdatainsights.com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2763346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4F1BC-732C-40B4-83F3-6BA85394D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493;p87">
            <a:extLst>
              <a:ext uri="{FF2B5EF4-FFF2-40B4-BE49-F238E27FC236}">
                <a16:creationId xmlns:a16="http://schemas.microsoft.com/office/drawing/2014/main" id="{4B039BCE-5D7A-4E25-9F60-B10D2A53D4F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B0F0"/>
              </a:gs>
              <a:gs pos="58000">
                <a:srgbClr val="020323"/>
              </a:gs>
              <a:gs pos="100000">
                <a:srgbClr val="020323"/>
              </a:gs>
            </a:gsLst>
            <a:path path="circle">
              <a:fillToRect l="50000" t="50000" r="50000" b="50000"/>
            </a:path>
            <a:tileRect/>
          </a:gradFill>
          <a:ln w="19050" cap="flat" cmpd="sng">
            <a:solidFill>
              <a:srgbClr val="0F465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oogle Shape;2494;p87">
            <a:extLst>
              <a:ext uri="{FF2B5EF4-FFF2-40B4-BE49-F238E27FC236}">
                <a16:creationId xmlns:a16="http://schemas.microsoft.com/office/drawing/2014/main" id="{F44901E8-FC18-37A6-FE03-486CAF86F562}"/>
              </a:ext>
            </a:extLst>
          </p:cNvPr>
          <p:cNvGrpSpPr/>
          <p:nvPr/>
        </p:nvGrpSpPr>
        <p:grpSpPr>
          <a:xfrm>
            <a:off x="9346858" y="4141913"/>
            <a:ext cx="288000" cy="288000"/>
            <a:chOff x="3294278" y="1474831"/>
            <a:chExt cx="460106" cy="456787"/>
          </a:xfrm>
        </p:grpSpPr>
        <p:sp>
          <p:nvSpPr>
            <p:cNvPr id="6" name="Google Shape;2495;p87">
              <a:extLst>
                <a:ext uri="{FF2B5EF4-FFF2-40B4-BE49-F238E27FC236}">
                  <a16:creationId xmlns:a16="http://schemas.microsoft.com/office/drawing/2014/main" id="{BDD7FBD5-D0BE-495B-92B8-0265AB1A8F68}"/>
                </a:ext>
              </a:extLst>
            </p:cNvPr>
            <p:cNvSpPr/>
            <p:nvPr/>
          </p:nvSpPr>
          <p:spPr>
            <a:xfrm>
              <a:off x="3294278" y="1474831"/>
              <a:ext cx="460106" cy="456787"/>
            </a:xfrm>
            <a:custGeom>
              <a:avLst/>
              <a:gdLst/>
              <a:ahLst/>
              <a:cxnLst/>
              <a:rect l="l" t="t" r="r" b="b"/>
              <a:pathLst>
                <a:path w="22041" h="21882" extrusionOk="0">
                  <a:moveTo>
                    <a:pt x="14476" y="1435"/>
                  </a:moveTo>
                  <a:cubicBezTo>
                    <a:pt x="17856" y="1435"/>
                    <a:pt x="20606" y="4185"/>
                    <a:pt x="20606" y="7564"/>
                  </a:cubicBezTo>
                  <a:cubicBezTo>
                    <a:pt x="20606" y="10946"/>
                    <a:pt x="17856" y="13695"/>
                    <a:pt x="14476" y="13695"/>
                  </a:cubicBezTo>
                  <a:cubicBezTo>
                    <a:pt x="11095" y="13695"/>
                    <a:pt x="8346" y="10944"/>
                    <a:pt x="8346" y="7564"/>
                  </a:cubicBezTo>
                  <a:cubicBezTo>
                    <a:pt x="8346" y="4185"/>
                    <a:pt x="11095" y="1435"/>
                    <a:pt x="14476" y="1435"/>
                  </a:cubicBezTo>
                  <a:close/>
                  <a:moveTo>
                    <a:pt x="6773" y="13929"/>
                  </a:moveTo>
                  <a:lnTo>
                    <a:pt x="8112" y="15268"/>
                  </a:lnTo>
                  <a:lnTo>
                    <a:pt x="2806" y="19866"/>
                  </a:lnTo>
                  <a:cubicBezTo>
                    <a:pt x="2736" y="19927"/>
                    <a:pt x="2680" y="20000"/>
                    <a:pt x="2637" y="20081"/>
                  </a:cubicBezTo>
                  <a:lnTo>
                    <a:pt x="2599" y="20156"/>
                  </a:lnTo>
                  <a:cubicBezTo>
                    <a:pt x="2503" y="20345"/>
                    <a:pt x="2315" y="20447"/>
                    <a:pt x="2125" y="20447"/>
                  </a:cubicBezTo>
                  <a:cubicBezTo>
                    <a:pt x="1991" y="20447"/>
                    <a:pt x="1856" y="20396"/>
                    <a:pt x="1750" y="20291"/>
                  </a:cubicBezTo>
                  <a:cubicBezTo>
                    <a:pt x="1493" y="20035"/>
                    <a:pt x="1562" y="19606"/>
                    <a:pt x="1883" y="19442"/>
                  </a:cubicBezTo>
                  <a:lnTo>
                    <a:pt x="1958" y="19404"/>
                  </a:lnTo>
                  <a:cubicBezTo>
                    <a:pt x="2041" y="19361"/>
                    <a:pt x="2114" y="19303"/>
                    <a:pt x="2175" y="19235"/>
                  </a:cubicBezTo>
                  <a:lnTo>
                    <a:pt x="6773" y="13929"/>
                  </a:lnTo>
                  <a:close/>
                  <a:moveTo>
                    <a:pt x="14476" y="0"/>
                  </a:moveTo>
                  <a:cubicBezTo>
                    <a:pt x="10305" y="0"/>
                    <a:pt x="6912" y="3393"/>
                    <a:pt x="6912" y="7564"/>
                  </a:cubicBezTo>
                  <a:cubicBezTo>
                    <a:pt x="6910" y="9322"/>
                    <a:pt x="7523" y="11027"/>
                    <a:pt x="8647" y="12379"/>
                  </a:cubicBezTo>
                  <a:lnTo>
                    <a:pt x="7948" y="13078"/>
                  </a:lnTo>
                  <a:lnTo>
                    <a:pt x="7242" y="12370"/>
                  </a:lnTo>
                  <a:cubicBezTo>
                    <a:pt x="7101" y="12230"/>
                    <a:pt x="6918" y="12161"/>
                    <a:pt x="6735" y="12161"/>
                  </a:cubicBezTo>
                  <a:cubicBezTo>
                    <a:pt x="6535" y="12161"/>
                    <a:pt x="6335" y="12244"/>
                    <a:pt x="6192" y="12408"/>
                  </a:cubicBezTo>
                  <a:lnTo>
                    <a:pt x="1180" y="18191"/>
                  </a:lnTo>
                  <a:cubicBezTo>
                    <a:pt x="394" y="18622"/>
                    <a:pt x="0" y="19530"/>
                    <a:pt x="220" y="20399"/>
                  </a:cubicBezTo>
                  <a:cubicBezTo>
                    <a:pt x="440" y="21267"/>
                    <a:pt x="1221" y="21877"/>
                    <a:pt x="2119" y="21882"/>
                  </a:cubicBezTo>
                  <a:cubicBezTo>
                    <a:pt x="2224" y="21882"/>
                    <a:pt x="2328" y="21874"/>
                    <a:pt x="2432" y="21857"/>
                  </a:cubicBezTo>
                  <a:cubicBezTo>
                    <a:pt x="3036" y="21766"/>
                    <a:pt x="3560" y="21396"/>
                    <a:pt x="3850" y="20861"/>
                  </a:cubicBezTo>
                  <a:lnTo>
                    <a:pt x="9633" y="15849"/>
                  </a:lnTo>
                  <a:cubicBezTo>
                    <a:pt x="9947" y="15575"/>
                    <a:pt x="9966" y="15094"/>
                    <a:pt x="9671" y="14799"/>
                  </a:cubicBezTo>
                  <a:lnTo>
                    <a:pt x="8965" y="14093"/>
                  </a:lnTo>
                  <a:lnTo>
                    <a:pt x="9662" y="13394"/>
                  </a:lnTo>
                  <a:cubicBezTo>
                    <a:pt x="11013" y="14516"/>
                    <a:pt x="12714" y="15129"/>
                    <a:pt x="14470" y="15129"/>
                  </a:cubicBezTo>
                  <a:cubicBezTo>
                    <a:pt x="14472" y="15129"/>
                    <a:pt x="14474" y="15129"/>
                    <a:pt x="14476" y="15129"/>
                  </a:cubicBezTo>
                  <a:cubicBezTo>
                    <a:pt x="18648" y="15129"/>
                    <a:pt x="22041" y="11736"/>
                    <a:pt x="22041" y="7564"/>
                  </a:cubicBezTo>
                  <a:cubicBezTo>
                    <a:pt x="22041" y="3393"/>
                    <a:pt x="18648" y="0"/>
                    <a:pt x="14476" y="0"/>
                  </a:cubicBezTo>
                  <a:close/>
                </a:path>
              </a:pathLst>
            </a:custGeom>
            <a:solidFill>
              <a:srgbClr val="009F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496;p87">
              <a:extLst>
                <a:ext uri="{FF2B5EF4-FFF2-40B4-BE49-F238E27FC236}">
                  <a16:creationId xmlns:a16="http://schemas.microsoft.com/office/drawing/2014/main" id="{82DEE6CE-174F-04C1-B13E-D5964595DD02}"/>
                </a:ext>
              </a:extLst>
            </p:cNvPr>
            <p:cNvSpPr/>
            <p:nvPr/>
          </p:nvSpPr>
          <p:spPr>
            <a:xfrm>
              <a:off x="3486286" y="1522551"/>
              <a:ext cx="220377" cy="220377"/>
            </a:xfrm>
            <a:custGeom>
              <a:avLst/>
              <a:gdLst/>
              <a:ahLst/>
              <a:cxnLst/>
              <a:rect l="l" t="t" r="r" b="b"/>
              <a:pathLst>
                <a:path w="10557" h="10557" extrusionOk="0">
                  <a:moveTo>
                    <a:pt x="5278" y="1436"/>
                  </a:moveTo>
                  <a:cubicBezTo>
                    <a:pt x="7397" y="1436"/>
                    <a:pt x="9121" y="3160"/>
                    <a:pt x="9121" y="5278"/>
                  </a:cubicBezTo>
                  <a:cubicBezTo>
                    <a:pt x="9121" y="7399"/>
                    <a:pt x="7397" y="9121"/>
                    <a:pt x="5278" y="9121"/>
                  </a:cubicBezTo>
                  <a:cubicBezTo>
                    <a:pt x="3158" y="9121"/>
                    <a:pt x="1436" y="7397"/>
                    <a:pt x="1436" y="5278"/>
                  </a:cubicBezTo>
                  <a:cubicBezTo>
                    <a:pt x="1436" y="3160"/>
                    <a:pt x="3158" y="1436"/>
                    <a:pt x="5278" y="1436"/>
                  </a:cubicBezTo>
                  <a:close/>
                  <a:moveTo>
                    <a:pt x="5278" y="1"/>
                  </a:moveTo>
                  <a:cubicBezTo>
                    <a:pt x="2368" y="1"/>
                    <a:pt x="1" y="2368"/>
                    <a:pt x="1" y="5278"/>
                  </a:cubicBezTo>
                  <a:cubicBezTo>
                    <a:pt x="1" y="8189"/>
                    <a:pt x="2368" y="10556"/>
                    <a:pt x="5278" y="10556"/>
                  </a:cubicBezTo>
                  <a:cubicBezTo>
                    <a:pt x="8189" y="10556"/>
                    <a:pt x="10556" y="8189"/>
                    <a:pt x="10556" y="5278"/>
                  </a:cubicBezTo>
                  <a:cubicBezTo>
                    <a:pt x="10556" y="2368"/>
                    <a:pt x="8189" y="1"/>
                    <a:pt x="5278" y="1"/>
                  </a:cubicBezTo>
                  <a:close/>
                </a:path>
              </a:pathLst>
            </a:custGeom>
            <a:solidFill>
              <a:srgbClr val="009F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2497;p87">
              <a:extLst>
                <a:ext uri="{FF2B5EF4-FFF2-40B4-BE49-F238E27FC236}">
                  <a16:creationId xmlns:a16="http://schemas.microsoft.com/office/drawing/2014/main" id="{B5E4082F-65E1-BC3F-5123-C0BA6C2D11B5}"/>
                </a:ext>
              </a:extLst>
            </p:cNvPr>
            <p:cNvSpPr/>
            <p:nvPr/>
          </p:nvSpPr>
          <p:spPr>
            <a:xfrm>
              <a:off x="3539455" y="1575741"/>
              <a:ext cx="71998" cy="71977"/>
            </a:xfrm>
            <a:custGeom>
              <a:avLst/>
              <a:gdLst/>
              <a:ahLst/>
              <a:cxnLst/>
              <a:rect l="l" t="t" r="r" b="b"/>
              <a:pathLst>
                <a:path w="3449" h="3448" extrusionOk="0">
                  <a:moveTo>
                    <a:pt x="2734" y="1"/>
                  </a:moveTo>
                  <a:cubicBezTo>
                    <a:pt x="2733" y="1"/>
                    <a:pt x="2732" y="1"/>
                    <a:pt x="2731" y="1"/>
                  </a:cubicBezTo>
                  <a:cubicBezTo>
                    <a:pt x="1224" y="1"/>
                    <a:pt x="0" y="1225"/>
                    <a:pt x="0" y="2730"/>
                  </a:cubicBezTo>
                  <a:cubicBezTo>
                    <a:pt x="0" y="3126"/>
                    <a:pt x="321" y="3447"/>
                    <a:pt x="717" y="3447"/>
                  </a:cubicBezTo>
                  <a:cubicBezTo>
                    <a:pt x="1113" y="3447"/>
                    <a:pt x="1435" y="3126"/>
                    <a:pt x="1434" y="2730"/>
                  </a:cubicBezTo>
                  <a:cubicBezTo>
                    <a:pt x="1435" y="2015"/>
                    <a:pt x="2015" y="1434"/>
                    <a:pt x="2731" y="1434"/>
                  </a:cubicBezTo>
                  <a:cubicBezTo>
                    <a:pt x="3127" y="1434"/>
                    <a:pt x="3448" y="1113"/>
                    <a:pt x="3448" y="717"/>
                  </a:cubicBezTo>
                  <a:cubicBezTo>
                    <a:pt x="3448" y="323"/>
                    <a:pt x="3129" y="1"/>
                    <a:pt x="2734" y="1"/>
                  </a:cubicBezTo>
                  <a:close/>
                </a:path>
              </a:pathLst>
            </a:custGeom>
            <a:solidFill>
              <a:srgbClr val="009F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" name="Google Shape;2498;p87">
            <a:extLst>
              <a:ext uri="{FF2B5EF4-FFF2-40B4-BE49-F238E27FC236}">
                <a16:creationId xmlns:a16="http://schemas.microsoft.com/office/drawing/2014/main" id="{C4DA2108-544F-0B46-F4AE-0D3E277ED5DC}"/>
              </a:ext>
            </a:extLst>
          </p:cNvPr>
          <p:cNvSpPr/>
          <p:nvPr/>
        </p:nvSpPr>
        <p:spPr>
          <a:xfrm>
            <a:off x="9343535" y="2623870"/>
            <a:ext cx="288000" cy="288000"/>
          </a:xfrm>
          <a:custGeom>
            <a:avLst/>
            <a:gdLst/>
            <a:ahLst/>
            <a:cxnLst/>
            <a:rect l="l" t="t" r="r" b="b"/>
            <a:pathLst>
              <a:path w="21883" h="19022" extrusionOk="0">
                <a:moveTo>
                  <a:pt x="5749" y="6468"/>
                </a:moveTo>
                <a:lnTo>
                  <a:pt x="5749" y="17416"/>
                </a:lnTo>
                <a:lnTo>
                  <a:pt x="3218" y="17416"/>
                </a:lnTo>
                <a:lnTo>
                  <a:pt x="3218" y="6468"/>
                </a:lnTo>
                <a:close/>
                <a:moveTo>
                  <a:pt x="12207" y="1461"/>
                </a:moveTo>
                <a:lnTo>
                  <a:pt x="12207" y="17416"/>
                </a:lnTo>
                <a:lnTo>
                  <a:pt x="9676" y="17416"/>
                </a:lnTo>
                <a:lnTo>
                  <a:pt x="9676" y="1461"/>
                </a:lnTo>
                <a:close/>
                <a:moveTo>
                  <a:pt x="18665" y="10977"/>
                </a:moveTo>
                <a:lnTo>
                  <a:pt x="18665" y="17416"/>
                </a:lnTo>
                <a:lnTo>
                  <a:pt x="16134" y="17416"/>
                </a:lnTo>
                <a:lnTo>
                  <a:pt x="16134" y="10977"/>
                </a:lnTo>
                <a:close/>
                <a:moveTo>
                  <a:pt x="9511" y="1"/>
                </a:moveTo>
                <a:cubicBezTo>
                  <a:pt x="8797" y="2"/>
                  <a:pt x="8218" y="580"/>
                  <a:pt x="8218" y="1294"/>
                </a:cubicBezTo>
                <a:lnTo>
                  <a:pt x="8218" y="17562"/>
                </a:lnTo>
                <a:lnTo>
                  <a:pt x="7207" y="17562"/>
                </a:lnTo>
                <a:lnTo>
                  <a:pt x="7207" y="6303"/>
                </a:lnTo>
                <a:cubicBezTo>
                  <a:pt x="7207" y="5589"/>
                  <a:pt x="6628" y="5010"/>
                  <a:pt x="5914" y="5010"/>
                </a:cubicBezTo>
                <a:lnTo>
                  <a:pt x="3053" y="5010"/>
                </a:lnTo>
                <a:cubicBezTo>
                  <a:pt x="2339" y="5010"/>
                  <a:pt x="1760" y="5589"/>
                  <a:pt x="1760" y="6303"/>
                </a:cubicBezTo>
                <a:lnTo>
                  <a:pt x="1760" y="17563"/>
                </a:lnTo>
                <a:lnTo>
                  <a:pt x="730" y="17563"/>
                </a:lnTo>
                <a:cubicBezTo>
                  <a:pt x="328" y="17563"/>
                  <a:pt x="0" y="17889"/>
                  <a:pt x="0" y="18292"/>
                </a:cubicBezTo>
                <a:cubicBezTo>
                  <a:pt x="0" y="18694"/>
                  <a:pt x="328" y="19021"/>
                  <a:pt x="730" y="19021"/>
                </a:cubicBezTo>
                <a:lnTo>
                  <a:pt x="21153" y="19021"/>
                </a:lnTo>
                <a:cubicBezTo>
                  <a:pt x="21557" y="19021"/>
                  <a:pt x="21882" y="18694"/>
                  <a:pt x="21882" y="18292"/>
                </a:cubicBezTo>
                <a:cubicBezTo>
                  <a:pt x="21882" y="17889"/>
                  <a:pt x="21557" y="17563"/>
                  <a:pt x="21153" y="17563"/>
                </a:cubicBezTo>
                <a:lnTo>
                  <a:pt x="21153" y="17562"/>
                </a:lnTo>
                <a:lnTo>
                  <a:pt x="20125" y="17562"/>
                </a:lnTo>
                <a:lnTo>
                  <a:pt x="20125" y="10812"/>
                </a:lnTo>
                <a:cubicBezTo>
                  <a:pt x="20123" y="10098"/>
                  <a:pt x="19545" y="9520"/>
                  <a:pt x="18831" y="9519"/>
                </a:cubicBezTo>
                <a:lnTo>
                  <a:pt x="15969" y="9519"/>
                </a:lnTo>
                <a:cubicBezTo>
                  <a:pt x="15255" y="9519"/>
                  <a:pt x="14677" y="10098"/>
                  <a:pt x="14676" y="10812"/>
                </a:cubicBezTo>
                <a:lnTo>
                  <a:pt x="14676" y="17562"/>
                </a:lnTo>
                <a:lnTo>
                  <a:pt x="13665" y="17562"/>
                </a:lnTo>
                <a:lnTo>
                  <a:pt x="13665" y="1294"/>
                </a:lnTo>
                <a:cubicBezTo>
                  <a:pt x="13665" y="580"/>
                  <a:pt x="13086" y="2"/>
                  <a:pt x="12372" y="1"/>
                </a:cubicBezTo>
                <a:close/>
              </a:path>
            </a:pathLst>
          </a:custGeom>
          <a:solidFill>
            <a:srgbClr val="009F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" name="Google Shape;2499;p87">
            <a:extLst>
              <a:ext uri="{FF2B5EF4-FFF2-40B4-BE49-F238E27FC236}">
                <a16:creationId xmlns:a16="http://schemas.microsoft.com/office/drawing/2014/main" id="{EC6DAA03-E3F2-79CF-42B9-2B60AD4A5687}"/>
              </a:ext>
            </a:extLst>
          </p:cNvPr>
          <p:cNvGrpSpPr/>
          <p:nvPr/>
        </p:nvGrpSpPr>
        <p:grpSpPr>
          <a:xfrm>
            <a:off x="9336986" y="1251400"/>
            <a:ext cx="288000" cy="288000"/>
            <a:chOff x="7055118" y="2070374"/>
            <a:chExt cx="456766" cy="456808"/>
          </a:xfrm>
        </p:grpSpPr>
        <p:sp>
          <p:nvSpPr>
            <p:cNvPr id="11" name="Google Shape;2500;p87">
              <a:extLst>
                <a:ext uri="{FF2B5EF4-FFF2-40B4-BE49-F238E27FC236}">
                  <a16:creationId xmlns:a16="http://schemas.microsoft.com/office/drawing/2014/main" id="{1B931E4D-024E-51B2-FED4-181D18E54E9A}"/>
                </a:ext>
              </a:extLst>
            </p:cNvPr>
            <p:cNvSpPr/>
            <p:nvPr/>
          </p:nvSpPr>
          <p:spPr>
            <a:xfrm>
              <a:off x="7055118" y="2070374"/>
              <a:ext cx="456766" cy="456808"/>
            </a:xfrm>
            <a:custGeom>
              <a:avLst/>
              <a:gdLst/>
              <a:ahLst/>
              <a:cxnLst/>
              <a:rect l="l" t="t" r="r" b="b"/>
              <a:pathLst>
                <a:path w="21881" h="21883" extrusionOk="0">
                  <a:moveTo>
                    <a:pt x="10954" y="2489"/>
                  </a:moveTo>
                  <a:cubicBezTo>
                    <a:pt x="15571" y="2489"/>
                    <a:pt x="19330" y="6246"/>
                    <a:pt x="19330" y="10865"/>
                  </a:cubicBezTo>
                  <a:cubicBezTo>
                    <a:pt x="19330" y="15482"/>
                    <a:pt x="15573" y="19241"/>
                    <a:pt x="10954" y="19241"/>
                  </a:cubicBezTo>
                  <a:lnTo>
                    <a:pt x="10954" y="19239"/>
                  </a:lnTo>
                  <a:cubicBezTo>
                    <a:pt x="6334" y="19239"/>
                    <a:pt x="2577" y="15482"/>
                    <a:pt x="2577" y="10865"/>
                  </a:cubicBezTo>
                  <a:cubicBezTo>
                    <a:pt x="2577" y="6246"/>
                    <a:pt x="6334" y="2489"/>
                    <a:pt x="10954" y="2489"/>
                  </a:cubicBezTo>
                  <a:close/>
                  <a:moveTo>
                    <a:pt x="10952" y="0"/>
                  </a:moveTo>
                  <a:cubicBezTo>
                    <a:pt x="10512" y="0"/>
                    <a:pt x="10153" y="353"/>
                    <a:pt x="10146" y="795"/>
                  </a:cubicBezTo>
                  <a:lnTo>
                    <a:pt x="10146" y="910"/>
                  </a:lnTo>
                  <a:cubicBezTo>
                    <a:pt x="8045" y="1078"/>
                    <a:pt x="6050" y="1911"/>
                    <a:pt x="4453" y="3288"/>
                  </a:cubicBezTo>
                  <a:lnTo>
                    <a:pt x="4357" y="3193"/>
                  </a:lnTo>
                  <a:cubicBezTo>
                    <a:pt x="4199" y="3036"/>
                    <a:pt x="3993" y="2957"/>
                    <a:pt x="3786" y="2957"/>
                  </a:cubicBezTo>
                  <a:cubicBezTo>
                    <a:pt x="3580" y="2957"/>
                    <a:pt x="3374" y="3036"/>
                    <a:pt x="3216" y="3193"/>
                  </a:cubicBezTo>
                  <a:cubicBezTo>
                    <a:pt x="2901" y="3507"/>
                    <a:pt x="2901" y="4017"/>
                    <a:pt x="3216" y="4332"/>
                  </a:cubicBezTo>
                  <a:lnTo>
                    <a:pt x="3317" y="4433"/>
                  </a:lnTo>
                  <a:cubicBezTo>
                    <a:pt x="1961" y="6036"/>
                    <a:pt x="1147" y="8028"/>
                    <a:pt x="992" y="10123"/>
                  </a:cubicBezTo>
                  <a:lnTo>
                    <a:pt x="818" y="10123"/>
                  </a:lnTo>
                  <a:cubicBezTo>
                    <a:pt x="813" y="10123"/>
                    <a:pt x="809" y="10123"/>
                    <a:pt x="804" y="10123"/>
                  </a:cubicBezTo>
                  <a:cubicBezTo>
                    <a:pt x="361" y="10123"/>
                    <a:pt x="0" y="10483"/>
                    <a:pt x="0" y="10929"/>
                  </a:cubicBezTo>
                  <a:cubicBezTo>
                    <a:pt x="0" y="11374"/>
                    <a:pt x="361" y="11735"/>
                    <a:pt x="804" y="11735"/>
                  </a:cubicBezTo>
                  <a:cubicBezTo>
                    <a:pt x="809" y="11735"/>
                    <a:pt x="813" y="11735"/>
                    <a:pt x="818" y="11734"/>
                  </a:cubicBezTo>
                  <a:lnTo>
                    <a:pt x="1003" y="11734"/>
                  </a:lnTo>
                  <a:cubicBezTo>
                    <a:pt x="1183" y="13815"/>
                    <a:pt x="2015" y="15783"/>
                    <a:pt x="3377" y="17365"/>
                  </a:cubicBezTo>
                  <a:lnTo>
                    <a:pt x="3216" y="17524"/>
                  </a:lnTo>
                  <a:cubicBezTo>
                    <a:pt x="2901" y="17839"/>
                    <a:pt x="2901" y="18350"/>
                    <a:pt x="3216" y="18665"/>
                  </a:cubicBezTo>
                  <a:cubicBezTo>
                    <a:pt x="3374" y="18822"/>
                    <a:pt x="3580" y="18901"/>
                    <a:pt x="3786" y="18901"/>
                  </a:cubicBezTo>
                  <a:cubicBezTo>
                    <a:pt x="3993" y="18901"/>
                    <a:pt x="4199" y="18822"/>
                    <a:pt x="4357" y="18665"/>
                  </a:cubicBezTo>
                  <a:lnTo>
                    <a:pt x="4522" y="18500"/>
                  </a:lnTo>
                  <a:cubicBezTo>
                    <a:pt x="6108" y="19842"/>
                    <a:pt x="8075" y="20653"/>
                    <a:pt x="10146" y="20820"/>
                  </a:cubicBezTo>
                  <a:lnTo>
                    <a:pt x="10146" y="21063"/>
                  </a:lnTo>
                  <a:cubicBezTo>
                    <a:pt x="10140" y="21514"/>
                    <a:pt x="10503" y="21882"/>
                    <a:pt x="10954" y="21882"/>
                  </a:cubicBezTo>
                  <a:cubicBezTo>
                    <a:pt x="11403" y="21882"/>
                    <a:pt x="11767" y="21514"/>
                    <a:pt x="11759" y="21063"/>
                  </a:cubicBezTo>
                  <a:lnTo>
                    <a:pt x="11759" y="20820"/>
                  </a:lnTo>
                  <a:cubicBezTo>
                    <a:pt x="13830" y="20653"/>
                    <a:pt x="15797" y="19842"/>
                    <a:pt x="17384" y="18500"/>
                  </a:cubicBezTo>
                  <a:lnTo>
                    <a:pt x="17549" y="18665"/>
                  </a:lnTo>
                  <a:cubicBezTo>
                    <a:pt x="17706" y="18818"/>
                    <a:pt x="17909" y="18894"/>
                    <a:pt x="18112" y="18894"/>
                  </a:cubicBezTo>
                  <a:cubicBezTo>
                    <a:pt x="18319" y="18894"/>
                    <a:pt x="18525" y="18816"/>
                    <a:pt x="18682" y="18659"/>
                  </a:cubicBezTo>
                  <a:cubicBezTo>
                    <a:pt x="18995" y="18347"/>
                    <a:pt x="18998" y="17841"/>
                    <a:pt x="18689" y="17524"/>
                  </a:cubicBezTo>
                  <a:lnTo>
                    <a:pt x="18529" y="17365"/>
                  </a:lnTo>
                  <a:cubicBezTo>
                    <a:pt x="19892" y="15783"/>
                    <a:pt x="20722" y="13815"/>
                    <a:pt x="20902" y="11736"/>
                  </a:cubicBezTo>
                  <a:lnTo>
                    <a:pt x="21087" y="11736"/>
                  </a:lnTo>
                  <a:cubicBezTo>
                    <a:pt x="21528" y="11728"/>
                    <a:pt x="21881" y="11369"/>
                    <a:pt x="21881" y="10929"/>
                  </a:cubicBezTo>
                  <a:cubicBezTo>
                    <a:pt x="21881" y="10489"/>
                    <a:pt x="21528" y="10130"/>
                    <a:pt x="21087" y="10123"/>
                  </a:cubicBezTo>
                  <a:lnTo>
                    <a:pt x="20913" y="10123"/>
                  </a:lnTo>
                  <a:cubicBezTo>
                    <a:pt x="20759" y="8028"/>
                    <a:pt x="19946" y="6036"/>
                    <a:pt x="18588" y="4433"/>
                  </a:cubicBezTo>
                  <a:lnTo>
                    <a:pt x="18689" y="4332"/>
                  </a:lnTo>
                  <a:cubicBezTo>
                    <a:pt x="19004" y="4017"/>
                    <a:pt x="19004" y="3507"/>
                    <a:pt x="18689" y="3193"/>
                  </a:cubicBezTo>
                  <a:cubicBezTo>
                    <a:pt x="18532" y="3036"/>
                    <a:pt x="18325" y="2957"/>
                    <a:pt x="18119" y="2957"/>
                  </a:cubicBezTo>
                  <a:cubicBezTo>
                    <a:pt x="17913" y="2957"/>
                    <a:pt x="17706" y="3036"/>
                    <a:pt x="17549" y="3193"/>
                  </a:cubicBezTo>
                  <a:lnTo>
                    <a:pt x="17454" y="3288"/>
                  </a:lnTo>
                  <a:cubicBezTo>
                    <a:pt x="15855" y="1911"/>
                    <a:pt x="13861" y="1078"/>
                    <a:pt x="11759" y="910"/>
                  </a:cubicBezTo>
                  <a:lnTo>
                    <a:pt x="11759" y="795"/>
                  </a:lnTo>
                  <a:cubicBezTo>
                    <a:pt x="11751" y="353"/>
                    <a:pt x="11394" y="0"/>
                    <a:pt x="10952" y="0"/>
                  </a:cubicBezTo>
                  <a:close/>
                </a:path>
              </a:pathLst>
            </a:custGeom>
            <a:solidFill>
              <a:srgbClr val="009F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2501;p87">
              <a:extLst>
                <a:ext uri="{FF2B5EF4-FFF2-40B4-BE49-F238E27FC236}">
                  <a16:creationId xmlns:a16="http://schemas.microsoft.com/office/drawing/2014/main" id="{2D146594-B245-8241-F601-F294BC278C15}"/>
                </a:ext>
              </a:extLst>
            </p:cNvPr>
            <p:cNvSpPr/>
            <p:nvPr/>
          </p:nvSpPr>
          <p:spPr>
            <a:xfrm>
              <a:off x="7217359" y="2151390"/>
              <a:ext cx="132661" cy="291102"/>
            </a:xfrm>
            <a:custGeom>
              <a:avLst/>
              <a:gdLst/>
              <a:ahLst/>
              <a:cxnLst/>
              <a:rect l="l" t="t" r="r" b="b"/>
              <a:pathLst>
                <a:path w="6355" h="13945" extrusionOk="0">
                  <a:moveTo>
                    <a:pt x="2374" y="3156"/>
                  </a:moveTo>
                  <a:lnTo>
                    <a:pt x="2374" y="5830"/>
                  </a:lnTo>
                  <a:cubicBezTo>
                    <a:pt x="1907" y="5547"/>
                    <a:pt x="1619" y="5040"/>
                    <a:pt x="1619" y="4492"/>
                  </a:cubicBezTo>
                  <a:cubicBezTo>
                    <a:pt x="1619" y="3947"/>
                    <a:pt x="1907" y="3439"/>
                    <a:pt x="2374" y="3156"/>
                  </a:cubicBezTo>
                  <a:close/>
                  <a:moveTo>
                    <a:pt x="3987" y="7892"/>
                  </a:moveTo>
                  <a:cubicBezTo>
                    <a:pt x="4456" y="8173"/>
                    <a:pt x="4742" y="8680"/>
                    <a:pt x="4742" y="9228"/>
                  </a:cubicBezTo>
                  <a:cubicBezTo>
                    <a:pt x="4742" y="9775"/>
                    <a:pt x="4456" y="10281"/>
                    <a:pt x="3987" y="10563"/>
                  </a:cubicBezTo>
                  <a:lnTo>
                    <a:pt x="3987" y="7892"/>
                  </a:lnTo>
                  <a:close/>
                  <a:moveTo>
                    <a:pt x="3182" y="0"/>
                  </a:moveTo>
                  <a:cubicBezTo>
                    <a:pt x="2731" y="0"/>
                    <a:pt x="2368" y="368"/>
                    <a:pt x="2374" y="819"/>
                  </a:cubicBezTo>
                  <a:lnTo>
                    <a:pt x="2374" y="1425"/>
                  </a:lnTo>
                  <a:cubicBezTo>
                    <a:pt x="1014" y="1782"/>
                    <a:pt x="8" y="3022"/>
                    <a:pt x="8" y="4494"/>
                  </a:cubicBezTo>
                  <a:cubicBezTo>
                    <a:pt x="8" y="5964"/>
                    <a:pt x="1014" y="7204"/>
                    <a:pt x="2374" y="7562"/>
                  </a:cubicBezTo>
                  <a:lnTo>
                    <a:pt x="2374" y="10563"/>
                  </a:lnTo>
                  <a:cubicBezTo>
                    <a:pt x="1907" y="10281"/>
                    <a:pt x="1621" y="9773"/>
                    <a:pt x="1621" y="9228"/>
                  </a:cubicBezTo>
                  <a:cubicBezTo>
                    <a:pt x="1627" y="8777"/>
                    <a:pt x="1265" y="8408"/>
                    <a:pt x="814" y="8408"/>
                  </a:cubicBezTo>
                  <a:cubicBezTo>
                    <a:pt x="365" y="8408"/>
                    <a:pt x="1" y="8777"/>
                    <a:pt x="8" y="9228"/>
                  </a:cubicBezTo>
                  <a:cubicBezTo>
                    <a:pt x="8" y="10698"/>
                    <a:pt x="1014" y="11939"/>
                    <a:pt x="2374" y="12297"/>
                  </a:cubicBezTo>
                  <a:lnTo>
                    <a:pt x="2374" y="13127"/>
                  </a:lnTo>
                  <a:cubicBezTo>
                    <a:pt x="2368" y="13576"/>
                    <a:pt x="2731" y="13945"/>
                    <a:pt x="3182" y="13945"/>
                  </a:cubicBezTo>
                  <a:cubicBezTo>
                    <a:pt x="3631" y="13945"/>
                    <a:pt x="3995" y="13576"/>
                    <a:pt x="3987" y="13127"/>
                  </a:cubicBezTo>
                  <a:lnTo>
                    <a:pt x="3987" y="12297"/>
                  </a:lnTo>
                  <a:cubicBezTo>
                    <a:pt x="5347" y="11939"/>
                    <a:pt x="6355" y="10698"/>
                    <a:pt x="6355" y="9228"/>
                  </a:cubicBezTo>
                  <a:cubicBezTo>
                    <a:pt x="6355" y="7756"/>
                    <a:pt x="5347" y="6516"/>
                    <a:pt x="3987" y="6158"/>
                  </a:cubicBezTo>
                  <a:lnTo>
                    <a:pt x="3987" y="3156"/>
                  </a:lnTo>
                  <a:cubicBezTo>
                    <a:pt x="4455" y="3439"/>
                    <a:pt x="4742" y="3947"/>
                    <a:pt x="4742" y="4494"/>
                  </a:cubicBezTo>
                  <a:cubicBezTo>
                    <a:pt x="4748" y="4934"/>
                    <a:pt x="5107" y="5287"/>
                    <a:pt x="5548" y="5287"/>
                  </a:cubicBezTo>
                  <a:cubicBezTo>
                    <a:pt x="5988" y="5287"/>
                    <a:pt x="6347" y="4934"/>
                    <a:pt x="6355" y="4494"/>
                  </a:cubicBezTo>
                  <a:cubicBezTo>
                    <a:pt x="6355" y="3022"/>
                    <a:pt x="5347" y="1782"/>
                    <a:pt x="3987" y="1425"/>
                  </a:cubicBezTo>
                  <a:lnTo>
                    <a:pt x="3987" y="819"/>
                  </a:lnTo>
                  <a:cubicBezTo>
                    <a:pt x="3995" y="368"/>
                    <a:pt x="3631" y="0"/>
                    <a:pt x="3182" y="0"/>
                  </a:cubicBezTo>
                  <a:close/>
                </a:path>
              </a:pathLst>
            </a:custGeom>
            <a:solidFill>
              <a:srgbClr val="009F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" name="Google Shape;2502;p87">
            <a:extLst>
              <a:ext uri="{FF2B5EF4-FFF2-40B4-BE49-F238E27FC236}">
                <a16:creationId xmlns:a16="http://schemas.microsoft.com/office/drawing/2014/main" id="{EE2312DB-E3EF-33B5-69B7-24D5203F9540}"/>
              </a:ext>
            </a:extLst>
          </p:cNvPr>
          <p:cNvSpPr/>
          <p:nvPr/>
        </p:nvSpPr>
        <p:spPr>
          <a:xfrm>
            <a:off x="339131" y="3433621"/>
            <a:ext cx="2870053" cy="3119548"/>
          </a:xfrm>
          <a:prstGeom prst="flowChartInternalStorage">
            <a:avLst/>
          </a:prstGeom>
          <a:solidFill>
            <a:srgbClr val="022D55">
              <a:alpha val="7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" name="Google Shape;2503;p87">
            <a:extLst>
              <a:ext uri="{FF2B5EF4-FFF2-40B4-BE49-F238E27FC236}">
                <a16:creationId xmlns:a16="http://schemas.microsoft.com/office/drawing/2014/main" id="{AE8EFF86-4507-02DE-29CE-518BABB9CF60}"/>
              </a:ext>
            </a:extLst>
          </p:cNvPr>
          <p:cNvGrpSpPr/>
          <p:nvPr/>
        </p:nvGrpSpPr>
        <p:grpSpPr>
          <a:xfrm>
            <a:off x="0" y="-1"/>
            <a:ext cx="12192000" cy="571887"/>
            <a:chOff x="0" y="-1"/>
            <a:chExt cx="12192000" cy="571887"/>
          </a:xfrm>
        </p:grpSpPr>
        <p:sp>
          <p:nvSpPr>
            <p:cNvPr id="15" name="Google Shape;2504;p87">
              <a:extLst>
                <a:ext uri="{FF2B5EF4-FFF2-40B4-BE49-F238E27FC236}">
                  <a16:creationId xmlns:a16="http://schemas.microsoft.com/office/drawing/2014/main" id="{D5650FC9-E378-E304-11FF-931B361ABE08}"/>
                </a:ext>
              </a:extLst>
            </p:cNvPr>
            <p:cNvSpPr/>
            <p:nvPr/>
          </p:nvSpPr>
          <p:spPr>
            <a:xfrm rot="10800000" flipH="1">
              <a:off x="6567509" y="413476"/>
              <a:ext cx="193574" cy="72527"/>
            </a:xfrm>
            <a:custGeom>
              <a:avLst/>
              <a:gdLst/>
              <a:ahLst/>
              <a:cxnLst/>
              <a:rect l="l" t="t" r="r" b="b"/>
              <a:pathLst>
                <a:path w="4573" h="3953" extrusionOk="0">
                  <a:moveTo>
                    <a:pt x="0" y="0"/>
                  </a:moveTo>
                  <a:lnTo>
                    <a:pt x="2286" y="3953"/>
                  </a:lnTo>
                  <a:lnTo>
                    <a:pt x="4572" y="0"/>
                  </a:lnTo>
                  <a:close/>
                </a:path>
              </a:pathLst>
            </a:custGeom>
            <a:solidFill>
              <a:srgbClr val="501549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2505;p87">
              <a:extLst>
                <a:ext uri="{FF2B5EF4-FFF2-40B4-BE49-F238E27FC236}">
                  <a16:creationId xmlns:a16="http://schemas.microsoft.com/office/drawing/2014/main" id="{751FD248-28C4-5EB1-57F2-B17406551210}"/>
                </a:ext>
              </a:extLst>
            </p:cNvPr>
            <p:cNvSpPr/>
            <p:nvPr/>
          </p:nvSpPr>
          <p:spPr>
            <a:xfrm>
              <a:off x="0" y="0"/>
              <a:ext cx="12192000" cy="3977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2506;p87">
              <a:extLst>
                <a:ext uri="{FF2B5EF4-FFF2-40B4-BE49-F238E27FC236}">
                  <a16:creationId xmlns:a16="http://schemas.microsoft.com/office/drawing/2014/main" id="{ADD6CECE-6322-8F62-6B66-9E38C02BCB1C}"/>
                </a:ext>
              </a:extLst>
            </p:cNvPr>
            <p:cNvSpPr/>
            <p:nvPr/>
          </p:nvSpPr>
          <p:spPr>
            <a:xfrm>
              <a:off x="2938382" y="-1"/>
              <a:ext cx="6358017" cy="571887"/>
            </a:xfrm>
            <a:prstGeom prst="flowChartAlternateProcess">
              <a:avLst/>
            </a:prstGeom>
            <a:solidFill>
              <a:schemeClr val="dk2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2507;p87">
              <a:extLst>
                <a:ext uri="{FF2B5EF4-FFF2-40B4-BE49-F238E27FC236}">
                  <a16:creationId xmlns:a16="http://schemas.microsoft.com/office/drawing/2014/main" id="{5FF2064A-F98C-633C-BDAA-814926B31D46}"/>
                </a:ext>
              </a:extLst>
            </p:cNvPr>
            <p:cNvSpPr/>
            <p:nvPr/>
          </p:nvSpPr>
          <p:spPr>
            <a:xfrm>
              <a:off x="2778027" y="38838"/>
              <a:ext cx="1117600" cy="533048"/>
            </a:xfrm>
            <a:prstGeom prst="flowChartTerminator">
              <a:avLst/>
            </a:prstGeom>
            <a:solidFill>
              <a:schemeClr val="dk2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2508;p87">
              <a:extLst>
                <a:ext uri="{FF2B5EF4-FFF2-40B4-BE49-F238E27FC236}">
                  <a16:creationId xmlns:a16="http://schemas.microsoft.com/office/drawing/2014/main" id="{88CF56A0-4F5E-3A0E-C673-39B4BA362F3D}"/>
                </a:ext>
              </a:extLst>
            </p:cNvPr>
            <p:cNvSpPr/>
            <p:nvPr/>
          </p:nvSpPr>
          <p:spPr>
            <a:xfrm>
              <a:off x="8163530" y="33558"/>
              <a:ext cx="1250443" cy="538328"/>
            </a:xfrm>
            <a:prstGeom prst="flowChartTerminator">
              <a:avLst/>
            </a:prstGeom>
            <a:solidFill>
              <a:schemeClr val="dk2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" name="Google Shape;2513;p87" descr="Uma imagem contendo escuro, computador, luz, remoto&#10;&#10;Descrição gerada automaticamente">
            <a:extLst>
              <a:ext uri="{FF2B5EF4-FFF2-40B4-BE49-F238E27FC236}">
                <a16:creationId xmlns:a16="http://schemas.microsoft.com/office/drawing/2014/main" id="{E6137F2D-2193-AA41-193E-35BD2091ED1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38082" y="-2"/>
            <a:ext cx="2958616" cy="109731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516;p87">
            <a:extLst>
              <a:ext uri="{FF2B5EF4-FFF2-40B4-BE49-F238E27FC236}">
                <a16:creationId xmlns:a16="http://schemas.microsoft.com/office/drawing/2014/main" id="{EB8C1EEF-95E2-D3EE-BA16-A6AC3C9D69A6}"/>
              </a:ext>
            </a:extLst>
          </p:cNvPr>
          <p:cNvSpPr/>
          <p:nvPr/>
        </p:nvSpPr>
        <p:spPr>
          <a:xfrm>
            <a:off x="3587778" y="3441680"/>
            <a:ext cx="5034090" cy="3138857"/>
          </a:xfrm>
          <a:prstGeom prst="flowChartInternalStorage">
            <a:avLst/>
          </a:prstGeom>
          <a:solidFill>
            <a:srgbClr val="022D55">
              <a:alpha val="7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" name="Google Shape;2517;p87">
            <a:extLst>
              <a:ext uri="{FF2B5EF4-FFF2-40B4-BE49-F238E27FC236}">
                <a16:creationId xmlns:a16="http://schemas.microsoft.com/office/drawing/2014/main" id="{882EBC69-8F08-2056-4F45-DA979CF5523D}"/>
              </a:ext>
            </a:extLst>
          </p:cNvPr>
          <p:cNvGrpSpPr/>
          <p:nvPr/>
        </p:nvGrpSpPr>
        <p:grpSpPr>
          <a:xfrm>
            <a:off x="8934080" y="933656"/>
            <a:ext cx="2848845" cy="945511"/>
            <a:chOff x="238125" y="1662850"/>
            <a:chExt cx="7034525" cy="2369400"/>
          </a:xfrm>
        </p:grpSpPr>
        <p:sp>
          <p:nvSpPr>
            <p:cNvPr id="29" name="Google Shape;2518;p87">
              <a:extLst>
                <a:ext uri="{FF2B5EF4-FFF2-40B4-BE49-F238E27FC236}">
                  <a16:creationId xmlns:a16="http://schemas.microsoft.com/office/drawing/2014/main" id="{A73B4E39-43C5-ACC3-A0E5-B8FFFB1ADDC4}"/>
                </a:ext>
              </a:extLst>
            </p:cNvPr>
            <p:cNvSpPr/>
            <p:nvPr/>
          </p:nvSpPr>
          <p:spPr>
            <a:xfrm>
              <a:off x="490500" y="1898550"/>
              <a:ext cx="6774075" cy="1771550"/>
            </a:xfrm>
            <a:custGeom>
              <a:avLst/>
              <a:gdLst/>
              <a:ahLst/>
              <a:cxnLst/>
              <a:rect l="l" t="t" r="r" b="b"/>
              <a:pathLst>
                <a:path w="270963" h="70862" extrusionOk="0">
                  <a:moveTo>
                    <a:pt x="4112" y="0"/>
                  </a:moveTo>
                  <a:lnTo>
                    <a:pt x="0" y="4090"/>
                  </a:lnTo>
                  <a:lnTo>
                    <a:pt x="0" y="66750"/>
                  </a:lnTo>
                  <a:lnTo>
                    <a:pt x="4112" y="70861"/>
                  </a:lnTo>
                  <a:lnTo>
                    <a:pt x="266873" y="70861"/>
                  </a:lnTo>
                  <a:lnTo>
                    <a:pt x="270962" y="66750"/>
                  </a:lnTo>
                  <a:lnTo>
                    <a:pt x="270962" y="28155"/>
                  </a:lnTo>
                  <a:lnTo>
                    <a:pt x="265086" y="22279"/>
                  </a:lnTo>
                  <a:lnTo>
                    <a:pt x="225393" y="22279"/>
                  </a:lnTo>
                  <a:lnTo>
                    <a:pt x="203114" y="0"/>
                  </a:lnTo>
                  <a:close/>
                </a:path>
              </a:pathLst>
            </a:custGeom>
            <a:solidFill>
              <a:srgbClr val="0068E8">
                <a:alpha val="19215"/>
              </a:srgbClr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2519;p87">
              <a:extLst>
                <a:ext uri="{FF2B5EF4-FFF2-40B4-BE49-F238E27FC236}">
                  <a16:creationId xmlns:a16="http://schemas.microsoft.com/office/drawing/2014/main" id="{167FB4AA-F0A6-39E3-6791-7AC19DE68ABA}"/>
                </a:ext>
              </a:extLst>
            </p:cNvPr>
            <p:cNvSpPr/>
            <p:nvPr/>
          </p:nvSpPr>
          <p:spPr>
            <a:xfrm>
              <a:off x="482975" y="1890475"/>
              <a:ext cx="6789675" cy="1787150"/>
            </a:xfrm>
            <a:custGeom>
              <a:avLst/>
              <a:gdLst/>
              <a:ahLst/>
              <a:cxnLst/>
              <a:rect l="l" t="t" r="r" b="b"/>
              <a:pathLst>
                <a:path w="271587" h="71486" extrusionOk="0">
                  <a:moveTo>
                    <a:pt x="203286" y="624"/>
                  </a:moveTo>
                  <a:lnTo>
                    <a:pt x="225565" y="22903"/>
                  </a:lnTo>
                  <a:lnTo>
                    <a:pt x="265258" y="22903"/>
                  </a:lnTo>
                  <a:lnTo>
                    <a:pt x="270941" y="28607"/>
                  </a:lnTo>
                  <a:lnTo>
                    <a:pt x="270941" y="66944"/>
                  </a:lnTo>
                  <a:lnTo>
                    <a:pt x="267044" y="70861"/>
                  </a:lnTo>
                  <a:lnTo>
                    <a:pt x="4542" y="70861"/>
                  </a:lnTo>
                  <a:lnTo>
                    <a:pt x="624" y="66944"/>
                  </a:lnTo>
                  <a:lnTo>
                    <a:pt x="624" y="4542"/>
                  </a:lnTo>
                  <a:lnTo>
                    <a:pt x="4542" y="624"/>
                  </a:lnTo>
                  <a:close/>
                  <a:moveTo>
                    <a:pt x="4262" y="0"/>
                  </a:moveTo>
                  <a:lnTo>
                    <a:pt x="0" y="4284"/>
                  </a:lnTo>
                  <a:lnTo>
                    <a:pt x="0" y="67202"/>
                  </a:lnTo>
                  <a:lnTo>
                    <a:pt x="4262" y="71485"/>
                  </a:lnTo>
                  <a:lnTo>
                    <a:pt x="267303" y="71485"/>
                  </a:lnTo>
                  <a:lnTo>
                    <a:pt x="271586" y="67202"/>
                  </a:lnTo>
                  <a:lnTo>
                    <a:pt x="271586" y="28349"/>
                  </a:lnTo>
                  <a:lnTo>
                    <a:pt x="265516" y="22279"/>
                  </a:lnTo>
                  <a:lnTo>
                    <a:pt x="225823" y="22279"/>
                  </a:lnTo>
                  <a:lnTo>
                    <a:pt x="203544" y="0"/>
                  </a:ln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2520;p87">
              <a:extLst>
                <a:ext uri="{FF2B5EF4-FFF2-40B4-BE49-F238E27FC236}">
                  <a16:creationId xmlns:a16="http://schemas.microsoft.com/office/drawing/2014/main" id="{08DEDE8D-3FDF-28E3-A393-2F9C68E1584D}"/>
                </a:ext>
              </a:extLst>
            </p:cNvPr>
            <p:cNvSpPr/>
            <p:nvPr/>
          </p:nvSpPr>
          <p:spPr>
            <a:xfrm>
              <a:off x="677225" y="1899625"/>
              <a:ext cx="1804950" cy="1769400"/>
            </a:xfrm>
            <a:custGeom>
              <a:avLst/>
              <a:gdLst/>
              <a:ahLst/>
              <a:cxnLst/>
              <a:rect l="l" t="t" r="r" b="b"/>
              <a:pathLst>
                <a:path w="72198" h="70776" extrusionOk="0">
                  <a:moveTo>
                    <a:pt x="36809" y="1249"/>
                  </a:moveTo>
                  <a:cubicBezTo>
                    <a:pt x="55644" y="1270"/>
                    <a:pt x="70905" y="16531"/>
                    <a:pt x="70927" y="35388"/>
                  </a:cubicBezTo>
                  <a:cubicBezTo>
                    <a:pt x="70927" y="49185"/>
                    <a:pt x="62618" y="61627"/>
                    <a:pt x="49875" y="66901"/>
                  </a:cubicBezTo>
                  <a:cubicBezTo>
                    <a:pt x="45648" y="68654"/>
                    <a:pt x="41210" y="69506"/>
                    <a:pt x="36811" y="69506"/>
                  </a:cubicBezTo>
                  <a:cubicBezTo>
                    <a:pt x="27928" y="69506"/>
                    <a:pt x="19201" y="66032"/>
                    <a:pt x="12679" y="59496"/>
                  </a:cubicBezTo>
                  <a:cubicBezTo>
                    <a:pt x="2907" y="49745"/>
                    <a:pt x="1" y="35065"/>
                    <a:pt x="5274" y="22322"/>
                  </a:cubicBezTo>
                  <a:cubicBezTo>
                    <a:pt x="10570" y="9557"/>
                    <a:pt x="23011" y="1249"/>
                    <a:pt x="36809" y="1249"/>
                  </a:cubicBezTo>
                  <a:close/>
                  <a:moveTo>
                    <a:pt x="36809" y="0"/>
                  </a:moveTo>
                  <a:cubicBezTo>
                    <a:pt x="17307" y="0"/>
                    <a:pt x="1421" y="15864"/>
                    <a:pt x="1421" y="35388"/>
                  </a:cubicBezTo>
                  <a:cubicBezTo>
                    <a:pt x="1421" y="54889"/>
                    <a:pt x="17307" y="70775"/>
                    <a:pt x="36809" y="70775"/>
                  </a:cubicBezTo>
                  <a:cubicBezTo>
                    <a:pt x="56333" y="70775"/>
                    <a:pt x="72197" y="54889"/>
                    <a:pt x="72197" y="35388"/>
                  </a:cubicBezTo>
                  <a:cubicBezTo>
                    <a:pt x="72197" y="15864"/>
                    <a:pt x="56333" y="0"/>
                    <a:pt x="36809" y="0"/>
                  </a:cubicBez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2521;p87">
              <a:extLst>
                <a:ext uri="{FF2B5EF4-FFF2-40B4-BE49-F238E27FC236}">
                  <a16:creationId xmlns:a16="http://schemas.microsoft.com/office/drawing/2014/main" id="{1973CF1B-D775-8A7A-6D73-76FBEFC8356A}"/>
                </a:ext>
              </a:extLst>
            </p:cNvPr>
            <p:cNvSpPr/>
            <p:nvPr/>
          </p:nvSpPr>
          <p:spPr>
            <a:xfrm>
              <a:off x="659475" y="2784300"/>
              <a:ext cx="262625" cy="596275"/>
            </a:xfrm>
            <a:custGeom>
              <a:avLst/>
              <a:gdLst/>
              <a:ahLst/>
              <a:cxnLst/>
              <a:rect l="l" t="t" r="r" b="b"/>
              <a:pathLst>
                <a:path w="10505" h="23851" extrusionOk="0">
                  <a:moveTo>
                    <a:pt x="0" y="1"/>
                  </a:moveTo>
                  <a:cubicBezTo>
                    <a:pt x="0" y="8697"/>
                    <a:pt x="3035" y="17135"/>
                    <a:pt x="8568" y="23851"/>
                  </a:cubicBezTo>
                  <a:lnTo>
                    <a:pt x="10505" y="22258"/>
                  </a:lnTo>
                  <a:cubicBezTo>
                    <a:pt x="5339" y="15972"/>
                    <a:pt x="2519" y="8116"/>
                    <a:pt x="2519" y="1"/>
                  </a:cubicBez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2522;p87">
              <a:extLst>
                <a:ext uri="{FF2B5EF4-FFF2-40B4-BE49-F238E27FC236}">
                  <a16:creationId xmlns:a16="http://schemas.microsoft.com/office/drawing/2014/main" id="{19F43109-6D2C-814E-9CB8-D3698036B35E}"/>
                </a:ext>
              </a:extLst>
            </p:cNvPr>
            <p:cNvSpPr/>
            <p:nvPr/>
          </p:nvSpPr>
          <p:spPr>
            <a:xfrm>
              <a:off x="1597450" y="2784300"/>
              <a:ext cx="967575" cy="967575"/>
            </a:xfrm>
            <a:custGeom>
              <a:avLst/>
              <a:gdLst/>
              <a:ahLst/>
              <a:cxnLst/>
              <a:rect l="l" t="t" r="r" b="b"/>
              <a:pathLst>
                <a:path w="38703" h="38703" extrusionOk="0">
                  <a:moveTo>
                    <a:pt x="34914" y="1"/>
                  </a:moveTo>
                  <a:cubicBezTo>
                    <a:pt x="34893" y="19266"/>
                    <a:pt x="19265" y="34871"/>
                    <a:pt x="0" y="34914"/>
                  </a:cubicBezTo>
                  <a:lnTo>
                    <a:pt x="0" y="38703"/>
                  </a:lnTo>
                  <a:cubicBezTo>
                    <a:pt x="21332" y="38703"/>
                    <a:pt x="38703" y="21332"/>
                    <a:pt x="38703" y="1"/>
                  </a:cubicBez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2523;p87">
              <a:extLst>
                <a:ext uri="{FF2B5EF4-FFF2-40B4-BE49-F238E27FC236}">
                  <a16:creationId xmlns:a16="http://schemas.microsoft.com/office/drawing/2014/main" id="{464983A3-384B-3965-0608-B1D54B5D1369}"/>
                </a:ext>
              </a:extLst>
            </p:cNvPr>
            <p:cNvSpPr/>
            <p:nvPr/>
          </p:nvSpPr>
          <p:spPr>
            <a:xfrm>
              <a:off x="745575" y="1994450"/>
              <a:ext cx="1641350" cy="1579325"/>
            </a:xfrm>
            <a:custGeom>
              <a:avLst/>
              <a:gdLst/>
              <a:ahLst/>
              <a:cxnLst/>
              <a:rect l="l" t="t" r="r" b="b"/>
              <a:pathLst>
                <a:path w="65654" h="63173" extrusionOk="0">
                  <a:moveTo>
                    <a:pt x="34075" y="1266"/>
                  </a:moveTo>
                  <a:cubicBezTo>
                    <a:pt x="50822" y="1287"/>
                    <a:pt x="64383" y="14848"/>
                    <a:pt x="64405" y="31595"/>
                  </a:cubicBezTo>
                  <a:cubicBezTo>
                    <a:pt x="64405" y="43842"/>
                    <a:pt x="57000" y="54906"/>
                    <a:pt x="45677" y="59599"/>
                  </a:cubicBezTo>
                  <a:cubicBezTo>
                    <a:pt x="41933" y="61151"/>
                    <a:pt x="38000" y="61905"/>
                    <a:pt x="34099" y="61905"/>
                  </a:cubicBezTo>
                  <a:cubicBezTo>
                    <a:pt x="26205" y="61905"/>
                    <a:pt x="18442" y="58818"/>
                    <a:pt x="12636" y="53012"/>
                  </a:cubicBezTo>
                  <a:cubicBezTo>
                    <a:pt x="3961" y="44359"/>
                    <a:pt x="1378" y="31315"/>
                    <a:pt x="6071" y="19971"/>
                  </a:cubicBezTo>
                  <a:cubicBezTo>
                    <a:pt x="10763" y="8649"/>
                    <a:pt x="21806" y="1266"/>
                    <a:pt x="34075" y="1266"/>
                  </a:cubicBezTo>
                  <a:close/>
                  <a:moveTo>
                    <a:pt x="34075" y="0"/>
                  </a:moveTo>
                  <a:cubicBezTo>
                    <a:pt x="25855" y="0"/>
                    <a:pt x="17784" y="3206"/>
                    <a:pt x="11753" y="9251"/>
                  </a:cubicBezTo>
                  <a:cubicBezTo>
                    <a:pt x="2713" y="18292"/>
                    <a:pt x="0" y="31874"/>
                    <a:pt x="4887" y="43670"/>
                  </a:cubicBezTo>
                  <a:cubicBezTo>
                    <a:pt x="9795" y="55466"/>
                    <a:pt x="21311" y="63172"/>
                    <a:pt x="34075" y="63172"/>
                  </a:cubicBezTo>
                  <a:cubicBezTo>
                    <a:pt x="51511" y="63151"/>
                    <a:pt x="65631" y="49008"/>
                    <a:pt x="65653" y="31595"/>
                  </a:cubicBezTo>
                  <a:cubicBezTo>
                    <a:pt x="65653" y="18809"/>
                    <a:pt x="57968" y="7293"/>
                    <a:pt x="46173" y="2406"/>
                  </a:cubicBezTo>
                  <a:cubicBezTo>
                    <a:pt x="42257" y="787"/>
                    <a:pt x="38148" y="0"/>
                    <a:pt x="34075" y="0"/>
                  </a:cubicBezTo>
                  <a:close/>
                </a:path>
              </a:pathLst>
            </a:custGeom>
            <a:solidFill>
              <a:srgbClr val="200E75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2524;p87">
              <a:extLst>
                <a:ext uri="{FF2B5EF4-FFF2-40B4-BE49-F238E27FC236}">
                  <a16:creationId xmlns:a16="http://schemas.microsoft.com/office/drawing/2014/main" id="{1138C1AA-44C6-6ADA-5AC5-C111AB33F6E7}"/>
                </a:ext>
              </a:extLst>
            </p:cNvPr>
            <p:cNvSpPr/>
            <p:nvPr/>
          </p:nvSpPr>
          <p:spPr>
            <a:xfrm>
              <a:off x="1597450" y="2012625"/>
              <a:ext cx="771175" cy="771700"/>
            </a:xfrm>
            <a:custGeom>
              <a:avLst/>
              <a:gdLst/>
              <a:ahLst/>
              <a:cxnLst/>
              <a:rect l="l" t="t" r="r" b="b"/>
              <a:pathLst>
                <a:path w="30847" h="30868" extrusionOk="0">
                  <a:moveTo>
                    <a:pt x="0" y="0"/>
                  </a:moveTo>
                  <a:lnTo>
                    <a:pt x="0" y="3789"/>
                  </a:lnTo>
                  <a:cubicBezTo>
                    <a:pt x="14939" y="3810"/>
                    <a:pt x="27036" y="15929"/>
                    <a:pt x="27058" y="30868"/>
                  </a:cubicBezTo>
                  <a:lnTo>
                    <a:pt x="30846" y="30868"/>
                  </a:lnTo>
                  <a:cubicBezTo>
                    <a:pt x="30825" y="13820"/>
                    <a:pt x="17027" y="22"/>
                    <a:pt x="0" y="0"/>
                  </a:cubicBezTo>
                  <a:close/>
                </a:path>
              </a:pathLst>
            </a:custGeom>
            <a:solidFill>
              <a:srgbClr val="200E75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2525;p87">
              <a:extLst>
                <a:ext uri="{FF2B5EF4-FFF2-40B4-BE49-F238E27FC236}">
                  <a16:creationId xmlns:a16="http://schemas.microsoft.com/office/drawing/2014/main" id="{62F824B3-035D-AAB6-BF61-B3B2038D4CFA}"/>
                </a:ext>
              </a:extLst>
            </p:cNvPr>
            <p:cNvSpPr/>
            <p:nvPr/>
          </p:nvSpPr>
          <p:spPr>
            <a:xfrm>
              <a:off x="1581825" y="1803825"/>
              <a:ext cx="31250" cy="111425"/>
            </a:xfrm>
            <a:custGeom>
              <a:avLst/>
              <a:gdLst/>
              <a:ahLst/>
              <a:cxnLst/>
              <a:rect l="l" t="t" r="r" b="b"/>
              <a:pathLst>
                <a:path w="1250" h="4457" extrusionOk="0">
                  <a:moveTo>
                    <a:pt x="1" y="1"/>
                  </a:moveTo>
                  <a:lnTo>
                    <a:pt x="1" y="4456"/>
                  </a:lnTo>
                  <a:lnTo>
                    <a:pt x="1249" y="4456"/>
                  </a:lnTo>
                  <a:lnTo>
                    <a:pt x="1249" y="1"/>
                  </a:ln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2526;p87">
              <a:extLst>
                <a:ext uri="{FF2B5EF4-FFF2-40B4-BE49-F238E27FC236}">
                  <a16:creationId xmlns:a16="http://schemas.microsoft.com/office/drawing/2014/main" id="{F60FC516-2ADC-F757-0A0F-FDAFDA5F06B5}"/>
                </a:ext>
              </a:extLst>
            </p:cNvPr>
            <p:cNvSpPr/>
            <p:nvPr/>
          </p:nvSpPr>
          <p:spPr>
            <a:xfrm>
              <a:off x="1581825" y="3652850"/>
              <a:ext cx="31250" cy="111400"/>
            </a:xfrm>
            <a:custGeom>
              <a:avLst/>
              <a:gdLst/>
              <a:ahLst/>
              <a:cxnLst/>
              <a:rect l="l" t="t" r="r" b="b"/>
              <a:pathLst>
                <a:path w="1250" h="4456" extrusionOk="0">
                  <a:moveTo>
                    <a:pt x="1" y="0"/>
                  </a:moveTo>
                  <a:lnTo>
                    <a:pt x="1" y="4456"/>
                  </a:lnTo>
                  <a:lnTo>
                    <a:pt x="1249" y="4456"/>
                  </a:lnTo>
                  <a:lnTo>
                    <a:pt x="1249" y="0"/>
                  </a:ln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2527;p87">
              <a:extLst>
                <a:ext uri="{FF2B5EF4-FFF2-40B4-BE49-F238E27FC236}">
                  <a16:creationId xmlns:a16="http://schemas.microsoft.com/office/drawing/2014/main" id="{6588EE66-F23B-DA34-BA14-AA1843E120C1}"/>
                </a:ext>
              </a:extLst>
            </p:cNvPr>
            <p:cNvSpPr/>
            <p:nvPr/>
          </p:nvSpPr>
          <p:spPr>
            <a:xfrm>
              <a:off x="554000" y="2768150"/>
              <a:ext cx="427300" cy="31775"/>
            </a:xfrm>
            <a:custGeom>
              <a:avLst/>
              <a:gdLst/>
              <a:ahLst/>
              <a:cxnLst/>
              <a:rect l="l" t="t" r="r" b="b"/>
              <a:pathLst>
                <a:path w="17092" h="1271" extrusionOk="0">
                  <a:moveTo>
                    <a:pt x="0" y="1"/>
                  </a:moveTo>
                  <a:lnTo>
                    <a:pt x="0" y="1271"/>
                  </a:lnTo>
                  <a:lnTo>
                    <a:pt x="17092" y="1271"/>
                  </a:lnTo>
                  <a:lnTo>
                    <a:pt x="17092" y="1"/>
                  </a:ln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2528;p87">
              <a:extLst>
                <a:ext uri="{FF2B5EF4-FFF2-40B4-BE49-F238E27FC236}">
                  <a16:creationId xmlns:a16="http://schemas.microsoft.com/office/drawing/2014/main" id="{9EEB6B29-AE5A-D680-6E4D-63B52EA1757C}"/>
                </a:ext>
              </a:extLst>
            </p:cNvPr>
            <p:cNvSpPr/>
            <p:nvPr/>
          </p:nvSpPr>
          <p:spPr>
            <a:xfrm>
              <a:off x="2213600" y="2768150"/>
              <a:ext cx="427325" cy="31775"/>
            </a:xfrm>
            <a:custGeom>
              <a:avLst/>
              <a:gdLst/>
              <a:ahLst/>
              <a:cxnLst/>
              <a:rect l="l" t="t" r="r" b="b"/>
              <a:pathLst>
                <a:path w="17093" h="1271" extrusionOk="0">
                  <a:moveTo>
                    <a:pt x="1" y="1"/>
                  </a:moveTo>
                  <a:lnTo>
                    <a:pt x="1" y="1271"/>
                  </a:lnTo>
                  <a:lnTo>
                    <a:pt x="17092" y="1271"/>
                  </a:lnTo>
                  <a:lnTo>
                    <a:pt x="17092" y="1"/>
                  </a:ln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2529;p87">
              <a:extLst>
                <a:ext uri="{FF2B5EF4-FFF2-40B4-BE49-F238E27FC236}">
                  <a16:creationId xmlns:a16="http://schemas.microsoft.com/office/drawing/2014/main" id="{4095466F-D40F-C0E0-85EC-E25ED6AB758D}"/>
                </a:ext>
              </a:extLst>
            </p:cNvPr>
            <p:cNvSpPr/>
            <p:nvPr/>
          </p:nvSpPr>
          <p:spPr>
            <a:xfrm>
              <a:off x="2625275" y="2679375"/>
              <a:ext cx="31775" cy="209350"/>
            </a:xfrm>
            <a:custGeom>
              <a:avLst/>
              <a:gdLst/>
              <a:ahLst/>
              <a:cxnLst/>
              <a:rect l="l" t="t" r="r" b="b"/>
              <a:pathLst>
                <a:path w="1271" h="8374" extrusionOk="0">
                  <a:moveTo>
                    <a:pt x="1" y="0"/>
                  </a:moveTo>
                  <a:lnTo>
                    <a:pt x="1" y="8373"/>
                  </a:lnTo>
                  <a:lnTo>
                    <a:pt x="1271" y="8373"/>
                  </a:lnTo>
                  <a:lnTo>
                    <a:pt x="1271" y="0"/>
                  </a:ln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2530;p87">
              <a:extLst>
                <a:ext uri="{FF2B5EF4-FFF2-40B4-BE49-F238E27FC236}">
                  <a16:creationId xmlns:a16="http://schemas.microsoft.com/office/drawing/2014/main" id="{0F6790D0-02E6-FBDA-A8F5-1AA3BBB652C5}"/>
                </a:ext>
              </a:extLst>
            </p:cNvPr>
            <p:cNvSpPr/>
            <p:nvPr/>
          </p:nvSpPr>
          <p:spPr>
            <a:xfrm>
              <a:off x="4423200" y="1896925"/>
              <a:ext cx="1637025" cy="94725"/>
            </a:xfrm>
            <a:custGeom>
              <a:avLst/>
              <a:gdLst/>
              <a:ahLst/>
              <a:cxnLst/>
              <a:rect l="l" t="t" r="r" b="b"/>
              <a:pathLst>
                <a:path w="65481" h="3789" extrusionOk="0">
                  <a:moveTo>
                    <a:pt x="0" y="0"/>
                  </a:moveTo>
                  <a:lnTo>
                    <a:pt x="0" y="3789"/>
                  </a:lnTo>
                  <a:lnTo>
                    <a:pt x="65481" y="3789"/>
                  </a:lnTo>
                  <a:lnTo>
                    <a:pt x="65481" y="0"/>
                  </a:lnTo>
                  <a:close/>
                </a:path>
              </a:pathLst>
            </a:custGeom>
            <a:solidFill>
              <a:srgbClr val="0068E8">
                <a:alpha val="40000"/>
              </a:srgbClr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2531;p87">
              <a:extLst>
                <a:ext uri="{FF2B5EF4-FFF2-40B4-BE49-F238E27FC236}">
                  <a16:creationId xmlns:a16="http://schemas.microsoft.com/office/drawing/2014/main" id="{C5B62B5C-AB33-20F1-DCE0-C3B5239264D2}"/>
                </a:ext>
              </a:extLst>
            </p:cNvPr>
            <p:cNvSpPr/>
            <p:nvPr/>
          </p:nvSpPr>
          <p:spPr>
            <a:xfrm>
              <a:off x="6622025" y="3603875"/>
              <a:ext cx="456900" cy="243250"/>
            </a:xfrm>
            <a:custGeom>
              <a:avLst/>
              <a:gdLst/>
              <a:ahLst/>
              <a:cxnLst/>
              <a:rect l="l" t="t" r="r" b="b"/>
              <a:pathLst>
                <a:path w="18276" h="9730" extrusionOk="0">
                  <a:moveTo>
                    <a:pt x="3789" y="0"/>
                  </a:moveTo>
                  <a:lnTo>
                    <a:pt x="0" y="9730"/>
                  </a:lnTo>
                  <a:lnTo>
                    <a:pt x="1292" y="9730"/>
                  </a:lnTo>
                  <a:lnTo>
                    <a:pt x="5102" y="0"/>
                  </a:lnTo>
                  <a:close/>
                  <a:moveTo>
                    <a:pt x="8201" y="0"/>
                  </a:moveTo>
                  <a:lnTo>
                    <a:pt x="4413" y="9730"/>
                  </a:lnTo>
                  <a:lnTo>
                    <a:pt x="5704" y="9730"/>
                  </a:lnTo>
                  <a:lnTo>
                    <a:pt x="9493" y="0"/>
                  </a:lnTo>
                  <a:close/>
                  <a:moveTo>
                    <a:pt x="12592" y="0"/>
                  </a:moveTo>
                  <a:lnTo>
                    <a:pt x="8804" y="9730"/>
                  </a:lnTo>
                  <a:lnTo>
                    <a:pt x="10096" y="9730"/>
                  </a:lnTo>
                  <a:lnTo>
                    <a:pt x="13884" y="0"/>
                  </a:lnTo>
                  <a:close/>
                  <a:moveTo>
                    <a:pt x="16984" y="0"/>
                  </a:moveTo>
                  <a:lnTo>
                    <a:pt x="13195" y="9730"/>
                  </a:lnTo>
                  <a:lnTo>
                    <a:pt x="14487" y="9730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68E8">
                <a:alpha val="40000"/>
              </a:srgbClr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2532;p87">
              <a:extLst>
                <a:ext uri="{FF2B5EF4-FFF2-40B4-BE49-F238E27FC236}">
                  <a16:creationId xmlns:a16="http://schemas.microsoft.com/office/drawing/2014/main" id="{351BAEB8-EA67-335F-4534-7D48A00F4244}"/>
                </a:ext>
              </a:extLst>
            </p:cNvPr>
            <p:cNvSpPr/>
            <p:nvPr/>
          </p:nvSpPr>
          <p:spPr>
            <a:xfrm>
              <a:off x="2403575" y="1662850"/>
              <a:ext cx="1733350" cy="281450"/>
            </a:xfrm>
            <a:custGeom>
              <a:avLst/>
              <a:gdLst/>
              <a:ahLst/>
              <a:cxnLst/>
              <a:rect l="l" t="t" r="r" b="b"/>
              <a:pathLst>
                <a:path w="69334" h="11258" extrusionOk="0">
                  <a:moveTo>
                    <a:pt x="0" y="0"/>
                  </a:moveTo>
                  <a:lnTo>
                    <a:pt x="0" y="11258"/>
                  </a:lnTo>
                  <a:lnTo>
                    <a:pt x="69334" y="11258"/>
                  </a:lnTo>
                  <a:lnTo>
                    <a:pt x="69334" y="0"/>
                  </a:lnTo>
                  <a:close/>
                </a:path>
              </a:pathLst>
            </a:custGeom>
            <a:solidFill>
              <a:srgbClr val="0068E8">
                <a:alpha val="40000"/>
              </a:srgbClr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2533;p87">
              <a:extLst>
                <a:ext uri="{FF2B5EF4-FFF2-40B4-BE49-F238E27FC236}">
                  <a16:creationId xmlns:a16="http://schemas.microsoft.com/office/drawing/2014/main" id="{3EA88A2F-D19A-BF3B-4665-4BB382EE04FE}"/>
                </a:ext>
              </a:extLst>
            </p:cNvPr>
            <p:cNvSpPr/>
            <p:nvPr/>
          </p:nvSpPr>
          <p:spPr>
            <a:xfrm>
              <a:off x="238125" y="1961500"/>
              <a:ext cx="62975" cy="789475"/>
            </a:xfrm>
            <a:custGeom>
              <a:avLst/>
              <a:gdLst/>
              <a:ahLst/>
              <a:cxnLst/>
              <a:rect l="l" t="t" r="r" b="b"/>
              <a:pathLst>
                <a:path w="2519" h="31579" extrusionOk="0">
                  <a:moveTo>
                    <a:pt x="0" y="1"/>
                  </a:moveTo>
                  <a:lnTo>
                    <a:pt x="0" y="883"/>
                  </a:lnTo>
                  <a:lnTo>
                    <a:pt x="2518" y="883"/>
                  </a:lnTo>
                  <a:lnTo>
                    <a:pt x="2518" y="1"/>
                  </a:lnTo>
                  <a:close/>
                  <a:moveTo>
                    <a:pt x="0" y="3401"/>
                  </a:moveTo>
                  <a:lnTo>
                    <a:pt x="0" y="4284"/>
                  </a:lnTo>
                  <a:lnTo>
                    <a:pt x="2518" y="4284"/>
                  </a:lnTo>
                  <a:lnTo>
                    <a:pt x="2518" y="3401"/>
                  </a:lnTo>
                  <a:close/>
                  <a:moveTo>
                    <a:pt x="0" y="6824"/>
                  </a:moveTo>
                  <a:lnTo>
                    <a:pt x="0" y="7707"/>
                  </a:lnTo>
                  <a:lnTo>
                    <a:pt x="2518" y="7707"/>
                  </a:lnTo>
                  <a:lnTo>
                    <a:pt x="2518" y="6824"/>
                  </a:lnTo>
                  <a:close/>
                  <a:moveTo>
                    <a:pt x="0" y="10225"/>
                  </a:moveTo>
                  <a:lnTo>
                    <a:pt x="0" y="11108"/>
                  </a:lnTo>
                  <a:lnTo>
                    <a:pt x="2518" y="11108"/>
                  </a:lnTo>
                  <a:lnTo>
                    <a:pt x="2518" y="10225"/>
                  </a:lnTo>
                  <a:close/>
                  <a:moveTo>
                    <a:pt x="0" y="13626"/>
                  </a:moveTo>
                  <a:lnTo>
                    <a:pt x="0" y="14530"/>
                  </a:lnTo>
                  <a:lnTo>
                    <a:pt x="2518" y="14530"/>
                  </a:lnTo>
                  <a:lnTo>
                    <a:pt x="2518" y="13626"/>
                  </a:lnTo>
                  <a:close/>
                  <a:moveTo>
                    <a:pt x="0" y="17048"/>
                  </a:moveTo>
                  <a:lnTo>
                    <a:pt x="0" y="17931"/>
                  </a:lnTo>
                  <a:lnTo>
                    <a:pt x="2518" y="17931"/>
                  </a:lnTo>
                  <a:lnTo>
                    <a:pt x="2518" y="17048"/>
                  </a:lnTo>
                  <a:close/>
                  <a:moveTo>
                    <a:pt x="0" y="20449"/>
                  </a:moveTo>
                  <a:lnTo>
                    <a:pt x="0" y="21332"/>
                  </a:lnTo>
                  <a:lnTo>
                    <a:pt x="2518" y="21332"/>
                  </a:lnTo>
                  <a:lnTo>
                    <a:pt x="2518" y="20449"/>
                  </a:lnTo>
                  <a:close/>
                  <a:moveTo>
                    <a:pt x="0" y="23872"/>
                  </a:moveTo>
                  <a:lnTo>
                    <a:pt x="0" y="24755"/>
                  </a:lnTo>
                  <a:lnTo>
                    <a:pt x="2518" y="24755"/>
                  </a:lnTo>
                  <a:lnTo>
                    <a:pt x="2518" y="23872"/>
                  </a:lnTo>
                  <a:close/>
                  <a:moveTo>
                    <a:pt x="0" y="27273"/>
                  </a:moveTo>
                  <a:lnTo>
                    <a:pt x="0" y="28155"/>
                  </a:lnTo>
                  <a:lnTo>
                    <a:pt x="2518" y="28155"/>
                  </a:lnTo>
                  <a:lnTo>
                    <a:pt x="2518" y="27273"/>
                  </a:lnTo>
                  <a:close/>
                  <a:moveTo>
                    <a:pt x="0" y="30695"/>
                  </a:moveTo>
                  <a:lnTo>
                    <a:pt x="0" y="31578"/>
                  </a:lnTo>
                  <a:lnTo>
                    <a:pt x="2518" y="31578"/>
                  </a:lnTo>
                  <a:lnTo>
                    <a:pt x="2518" y="30695"/>
                  </a:ln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2534;p87">
              <a:extLst>
                <a:ext uri="{FF2B5EF4-FFF2-40B4-BE49-F238E27FC236}">
                  <a16:creationId xmlns:a16="http://schemas.microsoft.com/office/drawing/2014/main" id="{FB974A3A-17F3-2353-0B32-8F4EC9E38A44}"/>
                </a:ext>
              </a:extLst>
            </p:cNvPr>
            <p:cNvSpPr/>
            <p:nvPr/>
          </p:nvSpPr>
          <p:spPr>
            <a:xfrm>
              <a:off x="805300" y="1857650"/>
              <a:ext cx="388025" cy="332050"/>
            </a:xfrm>
            <a:custGeom>
              <a:avLst/>
              <a:gdLst/>
              <a:ahLst/>
              <a:cxnLst/>
              <a:rect l="l" t="t" r="r" b="b"/>
              <a:pathLst>
                <a:path w="15521" h="13282" extrusionOk="0">
                  <a:moveTo>
                    <a:pt x="13885" y="0"/>
                  </a:moveTo>
                  <a:cubicBezTo>
                    <a:pt x="8525" y="2583"/>
                    <a:pt x="3789" y="6286"/>
                    <a:pt x="1" y="10849"/>
                  </a:cubicBezTo>
                  <a:lnTo>
                    <a:pt x="2907" y="13281"/>
                  </a:lnTo>
                  <a:cubicBezTo>
                    <a:pt x="6351" y="9127"/>
                    <a:pt x="10656" y="5747"/>
                    <a:pt x="15521" y="3401"/>
                  </a:cubicBezTo>
                  <a:lnTo>
                    <a:pt x="13885" y="0"/>
                  </a:lnTo>
                  <a:close/>
                </a:path>
              </a:pathLst>
            </a:custGeom>
            <a:solidFill>
              <a:srgbClr val="0068E8">
                <a:alpha val="40000"/>
              </a:srgbClr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2535;p87">
              <a:extLst>
                <a:ext uri="{FF2B5EF4-FFF2-40B4-BE49-F238E27FC236}">
                  <a16:creationId xmlns:a16="http://schemas.microsoft.com/office/drawing/2014/main" id="{03CAE669-3975-45EC-80CA-7B6080DAB17E}"/>
                </a:ext>
              </a:extLst>
            </p:cNvPr>
            <p:cNvSpPr/>
            <p:nvPr/>
          </p:nvSpPr>
          <p:spPr>
            <a:xfrm>
              <a:off x="728350" y="3848725"/>
              <a:ext cx="3064700" cy="183525"/>
            </a:xfrm>
            <a:custGeom>
              <a:avLst/>
              <a:gdLst/>
              <a:ahLst/>
              <a:cxnLst/>
              <a:rect l="l" t="t" r="r" b="b"/>
              <a:pathLst>
                <a:path w="122588" h="7341" extrusionOk="0">
                  <a:moveTo>
                    <a:pt x="1" y="0"/>
                  </a:moveTo>
                  <a:lnTo>
                    <a:pt x="1" y="7341"/>
                  </a:lnTo>
                  <a:lnTo>
                    <a:pt x="1572" y="7341"/>
                  </a:lnTo>
                  <a:lnTo>
                    <a:pt x="1572" y="0"/>
                  </a:lnTo>
                  <a:close/>
                  <a:moveTo>
                    <a:pt x="3036" y="0"/>
                  </a:moveTo>
                  <a:lnTo>
                    <a:pt x="3036" y="7341"/>
                  </a:lnTo>
                  <a:lnTo>
                    <a:pt x="4586" y="7341"/>
                  </a:lnTo>
                  <a:lnTo>
                    <a:pt x="4586" y="0"/>
                  </a:lnTo>
                  <a:close/>
                  <a:moveTo>
                    <a:pt x="6049" y="0"/>
                  </a:moveTo>
                  <a:lnTo>
                    <a:pt x="6049" y="7341"/>
                  </a:lnTo>
                  <a:lnTo>
                    <a:pt x="7621" y="7341"/>
                  </a:lnTo>
                  <a:lnTo>
                    <a:pt x="7621" y="0"/>
                  </a:lnTo>
                  <a:close/>
                  <a:moveTo>
                    <a:pt x="9084" y="0"/>
                  </a:moveTo>
                  <a:lnTo>
                    <a:pt x="9084" y="7341"/>
                  </a:lnTo>
                  <a:lnTo>
                    <a:pt x="10634" y="7341"/>
                  </a:lnTo>
                  <a:lnTo>
                    <a:pt x="10634" y="0"/>
                  </a:lnTo>
                  <a:close/>
                  <a:moveTo>
                    <a:pt x="12119" y="0"/>
                  </a:moveTo>
                  <a:lnTo>
                    <a:pt x="12119" y="7341"/>
                  </a:lnTo>
                  <a:lnTo>
                    <a:pt x="13669" y="7341"/>
                  </a:lnTo>
                  <a:lnTo>
                    <a:pt x="13669" y="0"/>
                  </a:lnTo>
                  <a:close/>
                  <a:moveTo>
                    <a:pt x="15133" y="0"/>
                  </a:moveTo>
                  <a:lnTo>
                    <a:pt x="15133" y="7341"/>
                  </a:lnTo>
                  <a:lnTo>
                    <a:pt x="16704" y="7341"/>
                  </a:lnTo>
                  <a:lnTo>
                    <a:pt x="16704" y="0"/>
                  </a:lnTo>
                  <a:close/>
                  <a:moveTo>
                    <a:pt x="18168" y="0"/>
                  </a:moveTo>
                  <a:lnTo>
                    <a:pt x="18168" y="7341"/>
                  </a:lnTo>
                  <a:lnTo>
                    <a:pt x="19718" y="7341"/>
                  </a:lnTo>
                  <a:lnTo>
                    <a:pt x="19718" y="0"/>
                  </a:lnTo>
                  <a:close/>
                  <a:moveTo>
                    <a:pt x="21182" y="0"/>
                  </a:moveTo>
                  <a:lnTo>
                    <a:pt x="21182" y="7341"/>
                  </a:lnTo>
                  <a:lnTo>
                    <a:pt x="22753" y="7341"/>
                  </a:lnTo>
                  <a:lnTo>
                    <a:pt x="22753" y="0"/>
                  </a:lnTo>
                  <a:close/>
                  <a:moveTo>
                    <a:pt x="24217" y="0"/>
                  </a:moveTo>
                  <a:lnTo>
                    <a:pt x="24217" y="7341"/>
                  </a:lnTo>
                  <a:lnTo>
                    <a:pt x="25767" y="7341"/>
                  </a:lnTo>
                  <a:lnTo>
                    <a:pt x="25767" y="0"/>
                  </a:lnTo>
                  <a:close/>
                  <a:moveTo>
                    <a:pt x="27230" y="0"/>
                  </a:moveTo>
                  <a:lnTo>
                    <a:pt x="27230" y="7341"/>
                  </a:lnTo>
                  <a:lnTo>
                    <a:pt x="28802" y="7341"/>
                  </a:lnTo>
                  <a:lnTo>
                    <a:pt x="28802" y="0"/>
                  </a:lnTo>
                  <a:close/>
                  <a:moveTo>
                    <a:pt x="30265" y="0"/>
                  </a:moveTo>
                  <a:lnTo>
                    <a:pt x="30265" y="7341"/>
                  </a:lnTo>
                  <a:lnTo>
                    <a:pt x="31815" y="7341"/>
                  </a:lnTo>
                  <a:lnTo>
                    <a:pt x="31815" y="0"/>
                  </a:lnTo>
                  <a:close/>
                  <a:moveTo>
                    <a:pt x="33300" y="0"/>
                  </a:moveTo>
                  <a:lnTo>
                    <a:pt x="33300" y="7341"/>
                  </a:lnTo>
                  <a:lnTo>
                    <a:pt x="34850" y="7341"/>
                  </a:lnTo>
                  <a:lnTo>
                    <a:pt x="34850" y="0"/>
                  </a:lnTo>
                  <a:close/>
                  <a:moveTo>
                    <a:pt x="36314" y="0"/>
                  </a:moveTo>
                  <a:lnTo>
                    <a:pt x="36314" y="7341"/>
                  </a:lnTo>
                  <a:lnTo>
                    <a:pt x="37885" y="7341"/>
                  </a:lnTo>
                  <a:lnTo>
                    <a:pt x="37885" y="0"/>
                  </a:lnTo>
                  <a:close/>
                  <a:moveTo>
                    <a:pt x="39349" y="0"/>
                  </a:moveTo>
                  <a:lnTo>
                    <a:pt x="39349" y="7341"/>
                  </a:lnTo>
                  <a:lnTo>
                    <a:pt x="40899" y="7341"/>
                  </a:lnTo>
                  <a:lnTo>
                    <a:pt x="40899" y="0"/>
                  </a:lnTo>
                  <a:close/>
                  <a:moveTo>
                    <a:pt x="42363" y="0"/>
                  </a:moveTo>
                  <a:lnTo>
                    <a:pt x="42363" y="7341"/>
                  </a:lnTo>
                  <a:lnTo>
                    <a:pt x="43934" y="7341"/>
                  </a:lnTo>
                  <a:lnTo>
                    <a:pt x="43934" y="0"/>
                  </a:lnTo>
                  <a:close/>
                  <a:moveTo>
                    <a:pt x="45398" y="0"/>
                  </a:moveTo>
                  <a:lnTo>
                    <a:pt x="45398" y="7341"/>
                  </a:lnTo>
                  <a:lnTo>
                    <a:pt x="46948" y="7341"/>
                  </a:lnTo>
                  <a:lnTo>
                    <a:pt x="46948" y="0"/>
                  </a:lnTo>
                  <a:close/>
                  <a:moveTo>
                    <a:pt x="48411" y="0"/>
                  </a:moveTo>
                  <a:lnTo>
                    <a:pt x="48411" y="7341"/>
                  </a:lnTo>
                  <a:lnTo>
                    <a:pt x="49983" y="7341"/>
                  </a:lnTo>
                  <a:lnTo>
                    <a:pt x="49983" y="0"/>
                  </a:lnTo>
                  <a:close/>
                  <a:moveTo>
                    <a:pt x="51446" y="0"/>
                  </a:moveTo>
                  <a:lnTo>
                    <a:pt x="51446" y="7341"/>
                  </a:lnTo>
                  <a:lnTo>
                    <a:pt x="52996" y="7341"/>
                  </a:lnTo>
                  <a:lnTo>
                    <a:pt x="52996" y="0"/>
                  </a:lnTo>
                  <a:close/>
                  <a:moveTo>
                    <a:pt x="54482" y="0"/>
                  </a:moveTo>
                  <a:lnTo>
                    <a:pt x="54482" y="7341"/>
                  </a:lnTo>
                  <a:lnTo>
                    <a:pt x="56031" y="7341"/>
                  </a:lnTo>
                  <a:lnTo>
                    <a:pt x="56031" y="0"/>
                  </a:lnTo>
                  <a:close/>
                  <a:moveTo>
                    <a:pt x="57495" y="0"/>
                  </a:moveTo>
                  <a:lnTo>
                    <a:pt x="57495" y="7341"/>
                  </a:lnTo>
                  <a:lnTo>
                    <a:pt x="59045" y="7341"/>
                  </a:lnTo>
                  <a:lnTo>
                    <a:pt x="59045" y="0"/>
                  </a:lnTo>
                  <a:close/>
                  <a:moveTo>
                    <a:pt x="60530" y="0"/>
                  </a:moveTo>
                  <a:lnTo>
                    <a:pt x="60530" y="7341"/>
                  </a:lnTo>
                  <a:lnTo>
                    <a:pt x="62080" y="7341"/>
                  </a:lnTo>
                  <a:lnTo>
                    <a:pt x="62080" y="0"/>
                  </a:lnTo>
                  <a:close/>
                  <a:moveTo>
                    <a:pt x="63544" y="0"/>
                  </a:moveTo>
                  <a:lnTo>
                    <a:pt x="63544" y="7341"/>
                  </a:lnTo>
                  <a:lnTo>
                    <a:pt x="65115" y="7341"/>
                  </a:lnTo>
                  <a:lnTo>
                    <a:pt x="65115" y="0"/>
                  </a:lnTo>
                  <a:close/>
                  <a:moveTo>
                    <a:pt x="66579" y="0"/>
                  </a:moveTo>
                  <a:lnTo>
                    <a:pt x="66579" y="7341"/>
                  </a:lnTo>
                  <a:lnTo>
                    <a:pt x="68129" y="7341"/>
                  </a:lnTo>
                  <a:lnTo>
                    <a:pt x="68129" y="0"/>
                  </a:lnTo>
                  <a:close/>
                  <a:moveTo>
                    <a:pt x="69592" y="0"/>
                  </a:moveTo>
                  <a:lnTo>
                    <a:pt x="69592" y="7341"/>
                  </a:lnTo>
                  <a:lnTo>
                    <a:pt x="71164" y="7341"/>
                  </a:lnTo>
                  <a:lnTo>
                    <a:pt x="71164" y="0"/>
                  </a:lnTo>
                  <a:close/>
                  <a:moveTo>
                    <a:pt x="72627" y="0"/>
                  </a:moveTo>
                  <a:lnTo>
                    <a:pt x="72627" y="7341"/>
                  </a:lnTo>
                  <a:lnTo>
                    <a:pt x="74177" y="7341"/>
                  </a:lnTo>
                  <a:lnTo>
                    <a:pt x="74177" y="0"/>
                  </a:lnTo>
                  <a:close/>
                  <a:moveTo>
                    <a:pt x="75641" y="0"/>
                  </a:moveTo>
                  <a:lnTo>
                    <a:pt x="75641" y="7341"/>
                  </a:lnTo>
                  <a:lnTo>
                    <a:pt x="77191" y="7341"/>
                  </a:lnTo>
                  <a:lnTo>
                    <a:pt x="77212" y="0"/>
                  </a:lnTo>
                  <a:close/>
                  <a:moveTo>
                    <a:pt x="78676" y="0"/>
                  </a:moveTo>
                  <a:lnTo>
                    <a:pt x="78676" y="7341"/>
                  </a:lnTo>
                  <a:lnTo>
                    <a:pt x="80226" y="7341"/>
                  </a:lnTo>
                  <a:lnTo>
                    <a:pt x="80226" y="0"/>
                  </a:lnTo>
                  <a:close/>
                  <a:moveTo>
                    <a:pt x="81711" y="0"/>
                  </a:moveTo>
                  <a:lnTo>
                    <a:pt x="81711" y="7341"/>
                  </a:lnTo>
                  <a:lnTo>
                    <a:pt x="83261" y="7341"/>
                  </a:lnTo>
                  <a:lnTo>
                    <a:pt x="83261" y="0"/>
                  </a:lnTo>
                  <a:close/>
                  <a:moveTo>
                    <a:pt x="84725" y="0"/>
                  </a:moveTo>
                  <a:lnTo>
                    <a:pt x="84725" y="7341"/>
                  </a:lnTo>
                  <a:lnTo>
                    <a:pt x="86296" y="7341"/>
                  </a:lnTo>
                  <a:lnTo>
                    <a:pt x="86296" y="0"/>
                  </a:lnTo>
                  <a:close/>
                  <a:moveTo>
                    <a:pt x="87760" y="0"/>
                  </a:moveTo>
                  <a:lnTo>
                    <a:pt x="87760" y="7341"/>
                  </a:lnTo>
                  <a:lnTo>
                    <a:pt x="89310" y="7341"/>
                  </a:lnTo>
                  <a:lnTo>
                    <a:pt x="89310" y="0"/>
                  </a:lnTo>
                  <a:close/>
                  <a:moveTo>
                    <a:pt x="90773" y="0"/>
                  </a:moveTo>
                  <a:lnTo>
                    <a:pt x="90773" y="7341"/>
                  </a:lnTo>
                  <a:lnTo>
                    <a:pt x="92345" y="7341"/>
                  </a:lnTo>
                  <a:lnTo>
                    <a:pt x="92345" y="0"/>
                  </a:lnTo>
                  <a:close/>
                  <a:moveTo>
                    <a:pt x="93808" y="0"/>
                  </a:moveTo>
                  <a:lnTo>
                    <a:pt x="93808" y="7341"/>
                  </a:lnTo>
                  <a:lnTo>
                    <a:pt x="95358" y="7341"/>
                  </a:lnTo>
                  <a:lnTo>
                    <a:pt x="95358" y="0"/>
                  </a:lnTo>
                  <a:close/>
                  <a:moveTo>
                    <a:pt x="96822" y="0"/>
                  </a:moveTo>
                  <a:lnTo>
                    <a:pt x="96822" y="7341"/>
                  </a:lnTo>
                  <a:lnTo>
                    <a:pt x="98393" y="7341"/>
                  </a:lnTo>
                  <a:lnTo>
                    <a:pt x="98393" y="0"/>
                  </a:lnTo>
                  <a:close/>
                  <a:moveTo>
                    <a:pt x="99857" y="0"/>
                  </a:moveTo>
                  <a:lnTo>
                    <a:pt x="99857" y="7341"/>
                  </a:lnTo>
                  <a:lnTo>
                    <a:pt x="101407" y="7341"/>
                  </a:lnTo>
                  <a:lnTo>
                    <a:pt x="101407" y="0"/>
                  </a:lnTo>
                  <a:close/>
                  <a:moveTo>
                    <a:pt x="102871" y="0"/>
                  </a:moveTo>
                  <a:lnTo>
                    <a:pt x="102871" y="7341"/>
                  </a:lnTo>
                  <a:lnTo>
                    <a:pt x="104442" y="7341"/>
                  </a:lnTo>
                  <a:lnTo>
                    <a:pt x="104442" y="0"/>
                  </a:lnTo>
                  <a:close/>
                  <a:moveTo>
                    <a:pt x="105906" y="0"/>
                  </a:moveTo>
                  <a:lnTo>
                    <a:pt x="105906" y="7341"/>
                  </a:lnTo>
                  <a:lnTo>
                    <a:pt x="107456" y="7341"/>
                  </a:lnTo>
                  <a:lnTo>
                    <a:pt x="107456" y="0"/>
                  </a:lnTo>
                  <a:close/>
                  <a:moveTo>
                    <a:pt x="108919" y="0"/>
                  </a:moveTo>
                  <a:lnTo>
                    <a:pt x="108919" y="7341"/>
                  </a:lnTo>
                  <a:lnTo>
                    <a:pt x="110491" y="7341"/>
                  </a:lnTo>
                  <a:lnTo>
                    <a:pt x="110491" y="0"/>
                  </a:lnTo>
                  <a:close/>
                  <a:moveTo>
                    <a:pt x="111976" y="0"/>
                  </a:moveTo>
                  <a:lnTo>
                    <a:pt x="111976" y="7341"/>
                  </a:lnTo>
                  <a:lnTo>
                    <a:pt x="113526" y="7341"/>
                  </a:lnTo>
                  <a:lnTo>
                    <a:pt x="113504" y="0"/>
                  </a:lnTo>
                  <a:close/>
                  <a:moveTo>
                    <a:pt x="114989" y="0"/>
                  </a:moveTo>
                  <a:lnTo>
                    <a:pt x="114989" y="7341"/>
                  </a:lnTo>
                  <a:lnTo>
                    <a:pt x="116539" y="7341"/>
                  </a:lnTo>
                  <a:lnTo>
                    <a:pt x="116539" y="0"/>
                  </a:lnTo>
                  <a:close/>
                  <a:moveTo>
                    <a:pt x="118003" y="0"/>
                  </a:moveTo>
                  <a:lnTo>
                    <a:pt x="118003" y="7341"/>
                  </a:lnTo>
                  <a:lnTo>
                    <a:pt x="119574" y="7341"/>
                  </a:lnTo>
                  <a:lnTo>
                    <a:pt x="119574" y="0"/>
                  </a:lnTo>
                  <a:close/>
                  <a:moveTo>
                    <a:pt x="121038" y="0"/>
                  </a:moveTo>
                  <a:lnTo>
                    <a:pt x="121038" y="7341"/>
                  </a:lnTo>
                  <a:lnTo>
                    <a:pt x="122588" y="7341"/>
                  </a:lnTo>
                  <a:lnTo>
                    <a:pt x="122588" y="0"/>
                  </a:lnTo>
                  <a:close/>
                </a:path>
              </a:pathLst>
            </a:custGeom>
            <a:solidFill>
              <a:srgbClr val="0068E8">
                <a:alpha val="40000"/>
              </a:srgbClr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2536;p87">
              <a:extLst>
                <a:ext uri="{FF2B5EF4-FFF2-40B4-BE49-F238E27FC236}">
                  <a16:creationId xmlns:a16="http://schemas.microsoft.com/office/drawing/2014/main" id="{BD3BE750-EA57-DF2E-95E5-F03F5DEF2264}"/>
                </a:ext>
              </a:extLst>
            </p:cNvPr>
            <p:cNvSpPr/>
            <p:nvPr/>
          </p:nvSpPr>
          <p:spPr>
            <a:xfrm>
              <a:off x="3877525" y="3848175"/>
              <a:ext cx="1971750" cy="31775"/>
            </a:xfrm>
            <a:custGeom>
              <a:avLst/>
              <a:gdLst/>
              <a:ahLst/>
              <a:cxnLst/>
              <a:rect l="l" t="t" r="r" b="b"/>
              <a:pathLst>
                <a:path w="78870" h="1271" extrusionOk="0">
                  <a:moveTo>
                    <a:pt x="0" y="1"/>
                  </a:moveTo>
                  <a:lnTo>
                    <a:pt x="0" y="1271"/>
                  </a:lnTo>
                  <a:lnTo>
                    <a:pt x="78870" y="1271"/>
                  </a:lnTo>
                  <a:lnTo>
                    <a:pt x="78870" y="1"/>
                  </a:lnTo>
                  <a:close/>
                </a:path>
              </a:pathLst>
            </a:custGeom>
            <a:solidFill>
              <a:srgbClr val="0068E8">
                <a:alpha val="40000"/>
              </a:srgbClr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2537;p87">
              <a:extLst>
                <a:ext uri="{FF2B5EF4-FFF2-40B4-BE49-F238E27FC236}">
                  <a16:creationId xmlns:a16="http://schemas.microsoft.com/office/drawing/2014/main" id="{6A942226-0B82-9AB7-625B-AC69CAA717D7}"/>
                </a:ext>
              </a:extLst>
            </p:cNvPr>
            <p:cNvSpPr/>
            <p:nvPr/>
          </p:nvSpPr>
          <p:spPr>
            <a:xfrm>
              <a:off x="858050" y="2044375"/>
              <a:ext cx="1478825" cy="1479350"/>
            </a:xfrm>
            <a:custGeom>
              <a:avLst/>
              <a:gdLst/>
              <a:ahLst/>
              <a:cxnLst/>
              <a:rect l="l" t="t" r="r" b="b"/>
              <a:pathLst>
                <a:path w="59153" h="59174" extrusionOk="0">
                  <a:moveTo>
                    <a:pt x="29576" y="0"/>
                  </a:moveTo>
                  <a:lnTo>
                    <a:pt x="29576" y="1270"/>
                  </a:lnTo>
                  <a:lnTo>
                    <a:pt x="30071" y="1270"/>
                  </a:lnTo>
                  <a:lnTo>
                    <a:pt x="30093" y="0"/>
                  </a:lnTo>
                  <a:close/>
                  <a:moveTo>
                    <a:pt x="28285" y="22"/>
                  </a:moveTo>
                  <a:lnTo>
                    <a:pt x="27790" y="43"/>
                  </a:lnTo>
                  <a:lnTo>
                    <a:pt x="27854" y="1313"/>
                  </a:lnTo>
                  <a:lnTo>
                    <a:pt x="28349" y="1292"/>
                  </a:lnTo>
                  <a:lnTo>
                    <a:pt x="28285" y="22"/>
                  </a:lnTo>
                  <a:close/>
                  <a:moveTo>
                    <a:pt x="31384" y="65"/>
                  </a:moveTo>
                  <a:lnTo>
                    <a:pt x="31298" y="1313"/>
                  </a:lnTo>
                  <a:lnTo>
                    <a:pt x="31793" y="1356"/>
                  </a:lnTo>
                  <a:lnTo>
                    <a:pt x="31901" y="86"/>
                  </a:lnTo>
                  <a:lnTo>
                    <a:pt x="31384" y="65"/>
                  </a:lnTo>
                  <a:close/>
                  <a:moveTo>
                    <a:pt x="26520" y="151"/>
                  </a:moveTo>
                  <a:lnTo>
                    <a:pt x="26003" y="216"/>
                  </a:lnTo>
                  <a:lnTo>
                    <a:pt x="26154" y="1464"/>
                  </a:lnTo>
                  <a:lnTo>
                    <a:pt x="26649" y="1421"/>
                  </a:lnTo>
                  <a:lnTo>
                    <a:pt x="26520" y="151"/>
                  </a:lnTo>
                  <a:close/>
                  <a:moveTo>
                    <a:pt x="33192" y="216"/>
                  </a:moveTo>
                  <a:lnTo>
                    <a:pt x="33042" y="1464"/>
                  </a:lnTo>
                  <a:lnTo>
                    <a:pt x="33537" y="1529"/>
                  </a:lnTo>
                  <a:lnTo>
                    <a:pt x="33709" y="280"/>
                  </a:lnTo>
                  <a:lnTo>
                    <a:pt x="33192" y="216"/>
                  </a:lnTo>
                  <a:close/>
                  <a:moveTo>
                    <a:pt x="24711" y="388"/>
                  </a:moveTo>
                  <a:lnTo>
                    <a:pt x="24216" y="495"/>
                  </a:lnTo>
                  <a:lnTo>
                    <a:pt x="24453" y="1722"/>
                  </a:lnTo>
                  <a:lnTo>
                    <a:pt x="24927" y="1636"/>
                  </a:lnTo>
                  <a:lnTo>
                    <a:pt x="24711" y="388"/>
                  </a:lnTo>
                  <a:close/>
                  <a:moveTo>
                    <a:pt x="34979" y="474"/>
                  </a:moveTo>
                  <a:lnTo>
                    <a:pt x="34742" y="1722"/>
                  </a:lnTo>
                  <a:lnTo>
                    <a:pt x="35237" y="1809"/>
                  </a:lnTo>
                  <a:lnTo>
                    <a:pt x="35474" y="603"/>
                  </a:lnTo>
                  <a:lnTo>
                    <a:pt x="34979" y="474"/>
                  </a:lnTo>
                  <a:close/>
                  <a:moveTo>
                    <a:pt x="22968" y="732"/>
                  </a:moveTo>
                  <a:lnTo>
                    <a:pt x="22451" y="861"/>
                  </a:lnTo>
                  <a:lnTo>
                    <a:pt x="22753" y="2088"/>
                  </a:lnTo>
                  <a:lnTo>
                    <a:pt x="23226" y="1959"/>
                  </a:lnTo>
                  <a:lnTo>
                    <a:pt x="22968" y="732"/>
                  </a:lnTo>
                  <a:close/>
                  <a:moveTo>
                    <a:pt x="36744" y="861"/>
                  </a:moveTo>
                  <a:lnTo>
                    <a:pt x="36443" y="2088"/>
                  </a:lnTo>
                  <a:lnTo>
                    <a:pt x="36916" y="2217"/>
                  </a:lnTo>
                  <a:lnTo>
                    <a:pt x="37239" y="991"/>
                  </a:lnTo>
                  <a:lnTo>
                    <a:pt x="36744" y="861"/>
                  </a:lnTo>
                  <a:close/>
                  <a:moveTo>
                    <a:pt x="21203" y="1206"/>
                  </a:moveTo>
                  <a:lnTo>
                    <a:pt x="20708" y="1356"/>
                  </a:lnTo>
                  <a:lnTo>
                    <a:pt x="21074" y="2562"/>
                  </a:lnTo>
                  <a:lnTo>
                    <a:pt x="21569" y="2411"/>
                  </a:lnTo>
                  <a:lnTo>
                    <a:pt x="21203" y="1206"/>
                  </a:lnTo>
                  <a:close/>
                  <a:moveTo>
                    <a:pt x="38488" y="1378"/>
                  </a:moveTo>
                  <a:lnTo>
                    <a:pt x="38100" y="2583"/>
                  </a:lnTo>
                  <a:lnTo>
                    <a:pt x="38574" y="2734"/>
                  </a:lnTo>
                  <a:lnTo>
                    <a:pt x="38961" y="1529"/>
                  </a:lnTo>
                  <a:lnTo>
                    <a:pt x="38488" y="1378"/>
                  </a:lnTo>
                  <a:close/>
                  <a:moveTo>
                    <a:pt x="19481" y="1765"/>
                  </a:moveTo>
                  <a:lnTo>
                    <a:pt x="19007" y="1938"/>
                  </a:lnTo>
                  <a:lnTo>
                    <a:pt x="19459" y="3143"/>
                  </a:lnTo>
                  <a:lnTo>
                    <a:pt x="19933" y="2949"/>
                  </a:lnTo>
                  <a:lnTo>
                    <a:pt x="19481" y="1765"/>
                  </a:lnTo>
                  <a:close/>
                  <a:moveTo>
                    <a:pt x="40188" y="1959"/>
                  </a:moveTo>
                  <a:lnTo>
                    <a:pt x="39736" y="3143"/>
                  </a:lnTo>
                  <a:lnTo>
                    <a:pt x="40210" y="3337"/>
                  </a:lnTo>
                  <a:lnTo>
                    <a:pt x="40683" y="2153"/>
                  </a:lnTo>
                  <a:lnTo>
                    <a:pt x="40188" y="1959"/>
                  </a:lnTo>
                  <a:close/>
                  <a:moveTo>
                    <a:pt x="17823" y="2433"/>
                  </a:moveTo>
                  <a:lnTo>
                    <a:pt x="17350" y="2648"/>
                  </a:lnTo>
                  <a:lnTo>
                    <a:pt x="17866" y="3810"/>
                  </a:lnTo>
                  <a:lnTo>
                    <a:pt x="18318" y="3595"/>
                  </a:lnTo>
                  <a:lnTo>
                    <a:pt x="17823" y="2433"/>
                  </a:lnTo>
                  <a:close/>
                  <a:moveTo>
                    <a:pt x="41867" y="2670"/>
                  </a:moveTo>
                  <a:lnTo>
                    <a:pt x="41329" y="3810"/>
                  </a:lnTo>
                  <a:lnTo>
                    <a:pt x="41781" y="4026"/>
                  </a:lnTo>
                  <a:lnTo>
                    <a:pt x="42341" y="2885"/>
                  </a:lnTo>
                  <a:lnTo>
                    <a:pt x="41867" y="2670"/>
                  </a:lnTo>
                  <a:close/>
                  <a:moveTo>
                    <a:pt x="16187" y="3208"/>
                  </a:moveTo>
                  <a:lnTo>
                    <a:pt x="15735" y="3444"/>
                  </a:lnTo>
                  <a:lnTo>
                    <a:pt x="16317" y="4564"/>
                  </a:lnTo>
                  <a:lnTo>
                    <a:pt x="16769" y="4327"/>
                  </a:lnTo>
                  <a:lnTo>
                    <a:pt x="16187" y="3208"/>
                  </a:lnTo>
                  <a:close/>
                  <a:moveTo>
                    <a:pt x="43460" y="3466"/>
                  </a:moveTo>
                  <a:lnTo>
                    <a:pt x="42879" y="4564"/>
                  </a:lnTo>
                  <a:lnTo>
                    <a:pt x="43309" y="4801"/>
                  </a:lnTo>
                  <a:lnTo>
                    <a:pt x="43912" y="3703"/>
                  </a:lnTo>
                  <a:lnTo>
                    <a:pt x="43460" y="3466"/>
                  </a:lnTo>
                  <a:close/>
                  <a:moveTo>
                    <a:pt x="14595" y="4069"/>
                  </a:moveTo>
                  <a:lnTo>
                    <a:pt x="14164" y="4348"/>
                  </a:lnTo>
                  <a:lnTo>
                    <a:pt x="14831" y="5425"/>
                  </a:lnTo>
                  <a:lnTo>
                    <a:pt x="15240" y="5166"/>
                  </a:lnTo>
                  <a:lnTo>
                    <a:pt x="14595" y="4069"/>
                  </a:lnTo>
                  <a:close/>
                  <a:moveTo>
                    <a:pt x="45031" y="4348"/>
                  </a:moveTo>
                  <a:lnTo>
                    <a:pt x="44364" y="5425"/>
                  </a:lnTo>
                  <a:lnTo>
                    <a:pt x="44795" y="5683"/>
                  </a:lnTo>
                  <a:lnTo>
                    <a:pt x="45462" y="4607"/>
                  </a:lnTo>
                  <a:lnTo>
                    <a:pt x="45031" y="4348"/>
                  </a:lnTo>
                  <a:close/>
                  <a:moveTo>
                    <a:pt x="13066" y="5037"/>
                  </a:moveTo>
                  <a:lnTo>
                    <a:pt x="12657" y="5339"/>
                  </a:lnTo>
                  <a:lnTo>
                    <a:pt x="13368" y="6350"/>
                  </a:lnTo>
                  <a:lnTo>
                    <a:pt x="13777" y="6092"/>
                  </a:lnTo>
                  <a:lnTo>
                    <a:pt x="13066" y="5037"/>
                  </a:lnTo>
                  <a:close/>
                  <a:moveTo>
                    <a:pt x="46517" y="5339"/>
                  </a:moveTo>
                  <a:lnTo>
                    <a:pt x="45806" y="6372"/>
                  </a:lnTo>
                  <a:lnTo>
                    <a:pt x="46194" y="6652"/>
                  </a:lnTo>
                  <a:lnTo>
                    <a:pt x="46947" y="5640"/>
                  </a:lnTo>
                  <a:lnTo>
                    <a:pt x="46517" y="5339"/>
                  </a:lnTo>
                  <a:close/>
                  <a:moveTo>
                    <a:pt x="11602" y="6092"/>
                  </a:moveTo>
                  <a:lnTo>
                    <a:pt x="11194" y="6415"/>
                  </a:lnTo>
                  <a:lnTo>
                    <a:pt x="11968" y="7405"/>
                  </a:lnTo>
                  <a:lnTo>
                    <a:pt x="12356" y="7082"/>
                  </a:lnTo>
                  <a:lnTo>
                    <a:pt x="11602" y="6092"/>
                  </a:lnTo>
                  <a:close/>
                  <a:moveTo>
                    <a:pt x="47959" y="6415"/>
                  </a:moveTo>
                  <a:lnTo>
                    <a:pt x="47184" y="7405"/>
                  </a:lnTo>
                  <a:lnTo>
                    <a:pt x="47571" y="7706"/>
                  </a:lnTo>
                  <a:lnTo>
                    <a:pt x="48368" y="6738"/>
                  </a:lnTo>
                  <a:lnTo>
                    <a:pt x="47959" y="6415"/>
                  </a:lnTo>
                  <a:close/>
                  <a:moveTo>
                    <a:pt x="10203" y="7233"/>
                  </a:moveTo>
                  <a:cubicBezTo>
                    <a:pt x="10074" y="7340"/>
                    <a:pt x="9945" y="7470"/>
                    <a:pt x="9816" y="7577"/>
                  </a:cubicBezTo>
                  <a:lnTo>
                    <a:pt x="10655" y="8524"/>
                  </a:lnTo>
                  <a:lnTo>
                    <a:pt x="10655" y="8503"/>
                  </a:lnTo>
                  <a:cubicBezTo>
                    <a:pt x="10785" y="8395"/>
                    <a:pt x="10892" y="8288"/>
                    <a:pt x="11021" y="8201"/>
                  </a:cubicBezTo>
                  <a:lnTo>
                    <a:pt x="10203" y="7233"/>
                  </a:lnTo>
                  <a:close/>
                  <a:moveTo>
                    <a:pt x="49337" y="7577"/>
                  </a:moveTo>
                  <a:lnTo>
                    <a:pt x="48497" y="8524"/>
                  </a:lnTo>
                  <a:lnTo>
                    <a:pt x="48863" y="8847"/>
                  </a:lnTo>
                  <a:lnTo>
                    <a:pt x="49724" y="7922"/>
                  </a:lnTo>
                  <a:lnTo>
                    <a:pt x="49337" y="7577"/>
                  </a:lnTo>
                  <a:close/>
                  <a:moveTo>
                    <a:pt x="8869" y="8460"/>
                  </a:moveTo>
                  <a:cubicBezTo>
                    <a:pt x="8761" y="8589"/>
                    <a:pt x="8632" y="8697"/>
                    <a:pt x="8503" y="8826"/>
                  </a:cubicBezTo>
                  <a:lnTo>
                    <a:pt x="9407" y="9708"/>
                  </a:lnTo>
                  <a:cubicBezTo>
                    <a:pt x="9515" y="9579"/>
                    <a:pt x="9644" y="9471"/>
                    <a:pt x="9751" y="9364"/>
                  </a:cubicBezTo>
                  <a:lnTo>
                    <a:pt x="8869" y="8460"/>
                  </a:lnTo>
                  <a:close/>
                  <a:moveTo>
                    <a:pt x="50650" y="8826"/>
                  </a:moveTo>
                  <a:lnTo>
                    <a:pt x="49746" y="9708"/>
                  </a:lnTo>
                  <a:lnTo>
                    <a:pt x="50090" y="10074"/>
                  </a:lnTo>
                  <a:lnTo>
                    <a:pt x="51016" y="9192"/>
                  </a:lnTo>
                  <a:lnTo>
                    <a:pt x="50650" y="8826"/>
                  </a:lnTo>
                  <a:close/>
                  <a:moveTo>
                    <a:pt x="7620" y="9751"/>
                  </a:moveTo>
                  <a:lnTo>
                    <a:pt x="7276" y="10139"/>
                  </a:lnTo>
                  <a:lnTo>
                    <a:pt x="8223" y="10978"/>
                  </a:lnTo>
                  <a:lnTo>
                    <a:pt x="8567" y="10612"/>
                  </a:lnTo>
                  <a:lnTo>
                    <a:pt x="7620" y="9751"/>
                  </a:lnTo>
                  <a:close/>
                  <a:moveTo>
                    <a:pt x="51877" y="10160"/>
                  </a:moveTo>
                  <a:lnTo>
                    <a:pt x="50929" y="10978"/>
                  </a:lnTo>
                  <a:lnTo>
                    <a:pt x="51252" y="11366"/>
                  </a:lnTo>
                  <a:lnTo>
                    <a:pt x="52199" y="10548"/>
                  </a:lnTo>
                  <a:lnTo>
                    <a:pt x="51877" y="10160"/>
                  </a:lnTo>
                  <a:close/>
                  <a:moveTo>
                    <a:pt x="6458" y="11129"/>
                  </a:moveTo>
                  <a:lnTo>
                    <a:pt x="6157" y="11538"/>
                  </a:lnTo>
                  <a:lnTo>
                    <a:pt x="7147" y="12313"/>
                  </a:lnTo>
                  <a:lnTo>
                    <a:pt x="7448" y="11904"/>
                  </a:lnTo>
                  <a:lnTo>
                    <a:pt x="6458" y="11129"/>
                  </a:lnTo>
                  <a:close/>
                  <a:moveTo>
                    <a:pt x="53017" y="11538"/>
                  </a:moveTo>
                  <a:lnTo>
                    <a:pt x="52027" y="12313"/>
                  </a:lnTo>
                  <a:lnTo>
                    <a:pt x="52329" y="12700"/>
                  </a:lnTo>
                  <a:lnTo>
                    <a:pt x="53340" y="11947"/>
                  </a:lnTo>
                  <a:lnTo>
                    <a:pt x="53017" y="11538"/>
                  </a:lnTo>
                  <a:close/>
                  <a:moveTo>
                    <a:pt x="5360" y="12571"/>
                  </a:moveTo>
                  <a:lnTo>
                    <a:pt x="5080" y="12980"/>
                  </a:lnTo>
                  <a:lnTo>
                    <a:pt x="6135" y="13690"/>
                  </a:lnTo>
                  <a:lnTo>
                    <a:pt x="6393" y="13303"/>
                  </a:lnTo>
                  <a:lnTo>
                    <a:pt x="5360" y="12571"/>
                  </a:lnTo>
                  <a:close/>
                  <a:moveTo>
                    <a:pt x="54072" y="12980"/>
                  </a:moveTo>
                  <a:lnTo>
                    <a:pt x="53039" y="13690"/>
                  </a:lnTo>
                  <a:lnTo>
                    <a:pt x="53297" y="14099"/>
                  </a:lnTo>
                  <a:lnTo>
                    <a:pt x="54374" y="13411"/>
                  </a:lnTo>
                  <a:lnTo>
                    <a:pt x="54072" y="12980"/>
                  </a:lnTo>
                  <a:close/>
                  <a:moveTo>
                    <a:pt x="4391" y="14056"/>
                  </a:moveTo>
                  <a:lnTo>
                    <a:pt x="4133" y="14508"/>
                  </a:lnTo>
                  <a:lnTo>
                    <a:pt x="5209" y="15133"/>
                  </a:lnTo>
                  <a:lnTo>
                    <a:pt x="5468" y="14724"/>
                  </a:lnTo>
                  <a:lnTo>
                    <a:pt x="4391" y="14056"/>
                  </a:lnTo>
                  <a:close/>
                  <a:moveTo>
                    <a:pt x="55041" y="14508"/>
                  </a:moveTo>
                  <a:lnTo>
                    <a:pt x="53965" y="15154"/>
                  </a:lnTo>
                  <a:lnTo>
                    <a:pt x="54201" y="15585"/>
                  </a:lnTo>
                  <a:lnTo>
                    <a:pt x="55299" y="14960"/>
                  </a:lnTo>
                  <a:lnTo>
                    <a:pt x="55041" y="14508"/>
                  </a:lnTo>
                  <a:close/>
                  <a:moveTo>
                    <a:pt x="3487" y="15628"/>
                  </a:moveTo>
                  <a:lnTo>
                    <a:pt x="3251" y="16080"/>
                  </a:lnTo>
                  <a:lnTo>
                    <a:pt x="4370" y="16661"/>
                  </a:lnTo>
                  <a:lnTo>
                    <a:pt x="4607" y="16230"/>
                  </a:lnTo>
                  <a:lnTo>
                    <a:pt x="3487" y="15628"/>
                  </a:lnTo>
                  <a:close/>
                  <a:moveTo>
                    <a:pt x="55902" y="16101"/>
                  </a:moveTo>
                  <a:lnTo>
                    <a:pt x="54782" y="16682"/>
                  </a:lnTo>
                  <a:lnTo>
                    <a:pt x="54998" y="17134"/>
                  </a:lnTo>
                  <a:lnTo>
                    <a:pt x="56139" y="16575"/>
                  </a:lnTo>
                  <a:lnTo>
                    <a:pt x="55902" y="16101"/>
                  </a:lnTo>
                  <a:close/>
                  <a:moveTo>
                    <a:pt x="2669" y="17242"/>
                  </a:moveTo>
                  <a:lnTo>
                    <a:pt x="2454" y="17716"/>
                  </a:lnTo>
                  <a:lnTo>
                    <a:pt x="3617" y="18211"/>
                  </a:lnTo>
                  <a:lnTo>
                    <a:pt x="3810" y="17780"/>
                  </a:lnTo>
                  <a:lnTo>
                    <a:pt x="2669" y="17242"/>
                  </a:lnTo>
                  <a:close/>
                  <a:moveTo>
                    <a:pt x="56677" y="17737"/>
                  </a:moveTo>
                  <a:lnTo>
                    <a:pt x="55536" y="18254"/>
                  </a:lnTo>
                  <a:lnTo>
                    <a:pt x="55730" y="18706"/>
                  </a:lnTo>
                  <a:lnTo>
                    <a:pt x="56892" y="18211"/>
                  </a:lnTo>
                  <a:lnTo>
                    <a:pt x="56677" y="17737"/>
                  </a:lnTo>
                  <a:close/>
                  <a:moveTo>
                    <a:pt x="1981" y="18900"/>
                  </a:moveTo>
                  <a:lnTo>
                    <a:pt x="1808" y="19373"/>
                  </a:lnTo>
                  <a:lnTo>
                    <a:pt x="2992" y="19825"/>
                  </a:lnTo>
                  <a:lnTo>
                    <a:pt x="3165" y="19352"/>
                  </a:lnTo>
                  <a:lnTo>
                    <a:pt x="1981" y="18900"/>
                  </a:lnTo>
                  <a:close/>
                  <a:moveTo>
                    <a:pt x="57366" y="19416"/>
                  </a:moveTo>
                  <a:lnTo>
                    <a:pt x="56182" y="19847"/>
                  </a:lnTo>
                  <a:lnTo>
                    <a:pt x="56354" y="20320"/>
                  </a:lnTo>
                  <a:lnTo>
                    <a:pt x="57538" y="19911"/>
                  </a:lnTo>
                  <a:lnTo>
                    <a:pt x="57366" y="19416"/>
                  </a:lnTo>
                  <a:close/>
                  <a:moveTo>
                    <a:pt x="1378" y="20600"/>
                  </a:moveTo>
                  <a:lnTo>
                    <a:pt x="1227" y="21095"/>
                  </a:lnTo>
                  <a:lnTo>
                    <a:pt x="2433" y="21461"/>
                  </a:lnTo>
                  <a:lnTo>
                    <a:pt x="2583" y="20987"/>
                  </a:lnTo>
                  <a:lnTo>
                    <a:pt x="1378" y="20600"/>
                  </a:lnTo>
                  <a:close/>
                  <a:moveTo>
                    <a:pt x="57925" y="21138"/>
                  </a:moveTo>
                  <a:lnTo>
                    <a:pt x="56720" y="21483"/>
                  </a:lnTo>
                  <a:lnTo>
                    <a:pt x="56849" y="21956"/>
                  </a:lnTo>
                  <a:lnTo>
                    <a:pt x="58076" y="21633"/>
                  </a:lnTo>
                  <a:lnTo>
                    <a:pt x="57925" y="21138"/>
                  </a:lnTo>
                  <a:close/>
                  <a:moveTo>
                    <a:pt x="883" y="22322"/>
                  </a:moveTo>
                  <a:lnTo>
                    <a:pt x="775" y="22839"/>
                  </a:lnTo>
                  <a:lnTo>
                    <a:pt x="1981" y="23118"/>
                  </a:lnTo>
                  <a:lnTo>
                    <a:pt x="2110" y="22645"/>
                  </a:lnTo>
                  <a:lnTo>
                    <a:pt x="883" y="22322"/>
                  </a:lnTo>
                  <a:close/>
                  <a:moveTo>
                    <a:pt x="58399" y="22882"/>
                  </a:moveTo>
                  <a:lnTo>
                    <a:pt x="57172" y="23162"/>
                  </a:lnTo>
                  <a:lnTo>
                    <a:pt x="57279" y="23635"/>
                  </a:lnTo>
                  <a:lnTo>
                    <a:pt x="58506" y="23377"/>
                  </a:lnTo>
                  <a:lnTo>
                    <a:pt x="58399" y="22882"/>
                  </a:lnTo>
                  <a:close/>
                  <a:moveTo>
                    <a:pt x="495" y="24087"/>
                  </a:moveTo>
                  <a:lnTo>
                    <a:pt x="409" y="24604"/>
                  </a:lnTo>
                  <a:lnTo>
                    <a:pt x="1658" y="24819"/>
                  </a:lnTo>
                  <a:lnTo>
                    <a:pt x="1744" y="24324"/>
                  </a:lnTo>
                  <a:lnTo>
                    <a:pt x="495" y="24087"/>
                  </a:lnTo>
                  <a:close/>
                  <a:moveTo>
                    <a:pt x="58743" y="24647"/>
                  </a:moveTo>
                  <a:lnTo>
                    <a:pt x="57516" y="24862"/>
                  </a:lnTo>
                  <a:lnTo>
                    <a:pt x="57581" y="25357"/>
                  </a:lnTo>
                  <a:lnTo>
                    <a:pt x="58829" y="25163"/>
                  </a:lnTo>
                  <a:lnTo>
                    <a:pt x="58743" y="24647"/>
                  </a:lnTo>
                  <a:close/>
                  <a:moveTo>
                    <a:pt x="237" y="25895"/>
                  </a:moveTo>
                  <a:lnTo>
                    <a:pt x="172" y="26390"/>
                  </a:lnTo>
                  <a:lnTo>
                    <a:pt x="1421" y="26519"/>
                  </a:lnTo>
                  <a:lnTo>
                    <a:pt x="1486" y="26046"/>
                  </a:lnTo>
                  <a:lnTo>
                    <a:pt x="237" y="25895"/>
                  </a:lnTo>
                  <a:close/>
                  <a:moveTo>
                    <a:pt x="59001" y="26433"/>
                  </a:moveTo>
                  <a:lnTo>
                    <a:pt x="57753" y="26563"/>
                  </a:lnTo>
                  <a:lnTo>
                    <a:pt x="57796" y="27058"/>
                  </a:lnTo>
                  <a:lnTo>
                    <a:pt x="59045" y="26950"/>
                  </a:lnTo>
                  <a:lnTo>
                    <a:pt x="59001" y="26433"/>
                  </a:lnTo>
                  <a:close/>
                  <a:moveTo>
                    <a:pt x="65" y="27660"/>
                  </a:moveTo>
                  <a:lnTo>
                    <a:pt x="22" y="28177"/>
                  </a:lnTo>
                  <a:lnTo>
                    <a:pt x="1292" y="28241"/>
                  </a:lnTo>
                  <a:lnTo>
                    <a:pt x="1313" y="27746"/>
                  </a:lnTo>
                  <a:lnTo>
                    <a:pt x="65" y="27660"/>
                  </a:lnTo>
                  <a:close/>
                  <a:moveTo>
                    <a:pt x="59131" y="28220"/>
                  </a:moveTo>
                  <a:lnTo>
                    <a:pt x="57882" y="28285"/>
                  </a:lnTo>
                  <a:lnTo>
                    <a:pt x="57882" y="28780"/>
                  </a:lnTo>
                  <a:lnTo>
                    <a:pt x="59152" y="28737"/>
                  </a:lnTo>
                  <a:lnTo>
                    <a:pt x="59131" y="28220"/>
                  </a:lnTo>
                  <a:close/>
                  <a:moveTo>
                    <a:pt x="1270" y="29468"/>
                  </a:moveTo>
                  <a:lnTo>
                    <a:pt x="0" y="29598"/>
                  </a:lnTo>
                  <a:lnTo>
                    <a:pt x="0" y="30093"/>
                  </a:lnTo>
                  <a:lnTo>
                    <a:pt x="1270" y="30071"/>
                  </a:lnTo>
                  <a:lnTo>
                    <a:pt x="1270" y="29468"/>
                  </a:lnTo>
                  <a:close/>
                  <a:moveTo>
                    <a:pt x="57882" y="30007"/>
                  </a:moveTo>
                  <a:lnTo>
                    <a:pt x="57882" y="30502"/>
                  </a:lnTo>
                  <a:lnTo>
                    <a:pt x="59152" y="30545"/>
                  </a:lnTo>
                  <a:lnTo>
                    <a:pt x="59152" y="30028"/>
                  </a:lnTo>
                  <a:lnTo>
                    <a:pt x="57882" y="30007"/>
                  </a:lnTo>
                  <a:close/>
                  <a:moveTo>
                    <a:pt x="1292" y="31320"/>
                  </a:moveTo>
                  <a:lnTo>
                    <a:pt x="43" y="31384"/>
                  </a:lnTo>
                  <a:lnTo>
                    <a:pt x="86" y="31901"/>
                  </a:lnTo>
                  <a:lnTo>
                    <a:pt x="1335" y="31815"/>
                  </a:lnTo>
                  <a:lnTo>
                    <a:pt x="1292" y="31320"/>
                  </a:lnTo>
                  <a:close/>
                  <a:moveTo>
                    <a:pt x="57818" y="31750"/>
                  </a:moveTo>
                  <a:lnTo>
                    <a:pt x="57775" y="32224"/>
                  </a:lnTo>
                  <a:lnTo>
                    <a:pt x="59045" y="32353"/>
                  </a:lnTo>
                  <a:lnTo>
                    <a:pt x="59088" y="31836"/>
                  </a:lnTo>
                  <a:lnTo>
                    <a:pt x="57818" y="31750"/>
                  </a:lnTo>
                  <a:close/>
                  <a:moveTo>
                    <a:pt x="1464" y="33020"/>
                  </a:moveTo>
                  <a:lnTo>
                    <a:pt x="194" y="33192"/>
                  </a:lnTo>
                  <a:lnTo>
                    <a:pt x="280" y="33687"/>
                  </a:lnTo>
                  <a:lnTo>
                    <a:pt x="1529" y="33515"/>
                  </a:lnTo>
                  <a:lnTo>
                    <a:pt x="1464" y="33020"/>
                  </a:lnTo>
                  <a:close/>
                  <a:moveTo>
                    <a:pt x="57645" y="33429"/>
                  </a:moveTo>
                  <a:lnTo>
                    <a:pt x="57559" y="33924"/>
                  </a:lnTo>
                  <a:lnTo>
                    <a:pt x="58808" y="34118"/>
                  </a:lnTo>
                  <a:lnTo>
                    <a:pt x="58894" y="33601"/>
                  </a:lnTo>
                  <a:lnTo>
                    <a:pt x="57645" y="33429"/>
                  </a:lnTo>
                  <a:close/>
                  <a:moveTo>
                    <a:pt x="1722" y="34742"/>
                  </a:moveTo>
                  <a:lnTo>
                    <a:pt x="474" y="34957"/>
                  </a:lnTo>
                  <a:lnTo>
                    <a:pt x="581" y="35474"/>
                  </a:lnTo>
                  <a:lnTo>
                    <a:pt x="1808" y="35216"/>
                  </a:lnTo>
                  <a:lnTo>
                    <a:pt x="1722" y="34742"/>
                  </a:lnTo>
                  <a:close/>
                  <a:moveTo>
                    <a:pt x="57344" y="35151"/>
                  </a:moveTo>
                  <a:lnTo>
                    <a:pt x="57258" y="35625"/>
                  </a:lnTo>
                  <a:lnTo>
                    <a:pt x="58485" y="35904"/>
                  </a:lnTo>
                  <a:lnTo>
                    <a:pt x="58592" y="35388"/>
                  </a:lnTo>
                  <a:lnTo>
                    <a:pt x="57344" y="35151"/>
                  </a:lnTo>
                  <a:close/>
                  <a:moveTo>
                    <a:pt x="2088" y="36421"/>
                  </a:moveTo>
                  <a:lnTo>
                    <a:pt x="861" y="36722"/>
                  </a:lnTo>
                  <a:lnTo>
                    <a:pt x="990" y="37218"/>
                  </a:lnTo>
                  <a:lnTo>
                    <a:pt x="2217" y="36895"/>
                  </a:lnTo>
                  <a:lnTo>
                    <a:pt x="2088" y="36421"/>
                  </a:lnTo>
                  <a:close/>
                  <a:moveTo>
                    <a:pt x="56957" y="36830"/>
                  </a:moveTo>
                  <a:lnTo>
                    <a:pt x="56827" y="37304"/>
                  </a:lnTo>
                  <a:lnTo>
                    <a:pt x="58054" y="37648"/>
                  </a:lnTo>
                  <a:lnTo>
                    <a:pt x="58184" y="37153"/>
                  </a:lnTo>
                  <a:lnTo>
                    <a:pt x="56957" y="36830"/>
                  </a:lnTo>
                  <a:close/>
                  <a:moveTo>
                    <a:pt x="2562" y="38079"/>
                  </a:moveTo>
                  <a:lnTo>
                    <a:pt x="1356" y="38466"/>
                  </a:lnTo>
                  <a:lnTo>
                    <a:pt x="1507" y="38961"/>
                  </a:lnTo>
                  <a:lnTo>
                    <a:pt x="2712" y="38552"/>
                  </a:lnTo>
                  <a:lnTo>
                    <a:pt x="2562" y="38079"/>
                  </a:lnTo>
                  <a:close/>
                  <a:moveTo>
                    <a:pt x="56483" y="38487"/>
                  </a:moveTo>
                  <a:lnTo>
                    <a:pt x="56311" y="38961"/>
                  </a:lnTo>
                  <a:lnTo>
                    <a:pt x="57516" y="39370"/>
                  </a:lnTo>
                  <a:lnTo>
                    <a:pt x="57667" y="38875"/>
                  </a:lnTo>
                  <a:lnTo>
                    <a:pt x="56483" y="38487"/>
                  </a:lnTo>
                  <a:close/>
                  <a:moveTo>
                    <a:pt x="3121" y="39714"/>
                  </a:moveTo>
                  <a:lnTo>
                    <a:pt x="1938" y="40166"/>
                  </a:lnTo>
                  <a:lnTo>
                    <a:pt x="2131" y="40662"/>
                  </a:lnTo>
                  <a:lnTo>
                    <a:pt x="3294" y="40166"/>
                  </a:lnTo>
                  <a:lnTo>
                    <a:pt x="3121" y="39714"/>
                  </a:lnTo>
                  <a:close/>
                  <a:moveTo>
                    <a:pt x="55880" y="40102"/>
                  </a:moveTo>
                  <a:lnTo>
                    <a:pt x="55687" y="40554"/>
                  </a:lnTo>
                  <a:lnTo>
                    <a:pt x="56849" y="41049"/>
                  </a:lnTo>
                  <a:lnTo>
                    <a:pt x="57043" y="40575"/>
                  </a:lnTo>
                  <a:lnTo>
                    <a:pt x="55880" y="40102"/>
                  </a:lnTo>
                  <a:close/>
                  <a:moveTo>
                    <a:pt x="3789" y="41307"/>
                  </a:moveTo>
                  <a:lnTo>
                    <a:pt x="2648" y="41845"/>
                  </a:lnTo>
                  <a:lnTo>
                    <a:pt x="2863" y="42297"/>
                  </a:lnTo>
                  <a:lnTo>
                    <a:pt x="4004" y="41759"/>
                  </a:lnTo>
                  <a:lnTo>
                    <a:pt x="3789" y="41307"/>
                  </a:lnTo>
                  <a:close/>
                  <a:moveTo>
                    <a:pt x="55191" y="41695"/>
                  </a:moveTo>
                  <a:lnTo>
                    <a:pt x="54976" y="42125"/>
                  </a:lnTo>
                  <a:lnTo>
                    <a:pt x="56117" y="42685"/>
                  </a:lnTo>
                  <a:lnTo>
                    <a:pt x="56332" y="42233"/>
                  </a:lnTo>
                  <a:lnTo>
                    <a:pt x="55191" y="41695"/>
                  </a:lnTo>
                  <a:close/>
                  <a:moveTo>
                    <a:pt x="4564" y="42879"/>
                  </a:moveTo>
                  <a:lnTo>
                    <a:pt x="3444" y="43460"/>
                  </a:lnTo>
                  <a:lnTo>
                    <a:pt x="3681" y="43912"/>
                  </a:lnTo>
                  <a:lnTo>
                    <a:pt x="4800" y="43309"/>
                  </a:lnTo>
                  <a:lnTo>
                    <a:pt x="4564" y="42879"/>
                  </a:lnTo>
                  <a:close/>
                  <a:moveTo>
                    <a:pt x="54417" y="43223"/>
                  </a:moveTo>
                  <a:lnTo>
                    <a:pt x="54158" y="43654"/>
                  </a:lnTo>
                  <a:lnTo>
                    <a:pt x="55256" y="44278"/>
                  </a:lnTo>
                  <a:lnTo>
                    <a:pt x="55514" y="43826"/>
                  </a:lnTo>
                  <a:lnTo>
                    <a:pt x="54417" y="43223"/>
                  </a:lnTo>
                  <a:close/>
                  <a:moveTo>
                    <a:pt x="5425" y="44364"/>
                  </a:moveTo>
                  <a:lnTo>
                    <a:pt x="4348" y="45031"/>
                  </a:lnTo>
                  <a:lnTo>
                    <a:pt x="4607" y="45462"/>
                  </a:lnTo>
                  <a:lnTo>
                    <a:pt x="5683" y="44794"/>
                  </a:lnTo>
                  <a:lnTo>
                    <a:pt x="5425" y="44364"/>
                  </a:lnTo>
                  <a:close/>
                  <a:moveTo>
                    <a:pt x="53534" y="44708"/>
                  </a:moveTo>
                  <a:lnTo>
                    <a:pt x="53276" y="45117"/>
                  </a:lnTo>
                  <a:lnTo>
                    <a:pt x="54309" y="45828"/>
                  </a:lnTo>
                  <a:lnTo>
                    <a:pt x="54610" y="45376"/>
                  </a:lnTo>
                  <a:lnTo>
                    <a:pt x="53534" y="44708"/>
                  </a:lnTo>
                  <a:close/>
                  <a:moveTo>
                    <a:pt x="6372" y="45828"/>
                  </a:moveTo>
                  <a:lnTo>
                    <a:pt x="5339" y="46538"/>
                  </a:lnTo>
                  <a:lnTo>
                    <a:pt x="5618" y="46968"/>
                  </a:lnTo>
                  <a:lnTo>
                    <a:pt x="6673" y="46215"/>
                  </a:lnTo>
                  <a:lnTo>
                    <a:pt x="6372" y="45828"/>
                  </a:lnTo>
                  <a:close/>
                  <a:moveTo>
                    <a:pt x="52565" y="46150"/>
                  </a:moveTo>
                  <a:lnTo>
                    <a:pt x="52264" y="46538"/>
                  </a:lnTo>
                  <a:lnTo>
                    <a:pt x="53276" y="47291"/>
                  </a:lnTo>
                  <a:lnTo>
                    <a:pt x="53577" y="46882"/>
                  </a:lnTo>
                  <a:lnTo>
                    <a:pt x="52565" y="46150"/>
                  </a:lnTo>
                  <a:close/>
                  <a:moveTo>
                    <a:pt x="7384" y="47205"/>
                  </a:moveTo>
                  <a:lnTo>
                    <a:pt x="6393" y="47980"/>
                  </a:lnTo>
                  <a:lnTo>
                    <a:pt x="6716" y="48389"/>
                  </a:lnTo>
                  <a:lnTo>
                    <a:pt x="7706" y="47593"/>
                  </a:lnTo>
                  <a:lnTo>
                    <a:pt x="7384" y="47205"/>
                  </a:lnTo>
                  <a:close/>
                  <a:moveTo>
                    <a:pt x="51511" y="47507"/>
                  </a:moveTo>
                  <a:lnTo>
                    <a:pt x="51188" y="47894"/>
                  </a:lnTo>
                  <a:lnTo>
                    <a:pt x="52156" y="48712"/>
                  </a:lnTo>
                  <a:lnTo>
                    <a:pt x="52479" y="48325"/>
                  </a:lnTo>
                  <a:lnTo>
                    <a:pt x="51511" y="47507"/>
                  </a:lnTo>
                  <a:close/>
                  <a:moveTo>
                    <a:pt x="8503" y="48540"/>
                  </a:moveTo>
                  <a:lnTo>
                    <a:pt x="7577" y="49379"/>
                  </a:lnTo>
                  <a:lnTo>
                    <a:pt x="7922" y="49745"/>
                  </a:lnTo>
                  <a:lnTo>
                    <a:pt x="8847" y="48884"/>
                  </a:lnTo>
                  <a:lnTo>
                    <a:pt x="8503" y="48540"/>
                  </a:lnTo>
                  <a:close/>
                  <a:moveTo>
                    <a:pt x="50370" y="48820"/>
                  </a:moveTo>
                  <a:lnTo>
                    <a:pt x="50047" y="49186"/>
                  </a:lnTo>
                  <a:lnTo>
                    <a:pt x="50951" y="50047"/>
                  </a:lnTo>
                  <a:lnTo>
                    <a:pt x="51317" y="49681"/>
                  </a:lnTo>
                  <a:lnTo>
                    <a:pt x="50370" y="48820"/>
                  </a:lnTo>
                  <a:close/>
                  <a:moveTo>
                    <a:pt x="9708" y="49788"/>
                  </a:moveTo>
                  <a:lnTo>
                    <a:pt x="8826" y="50671"/>
                  </a:lnTo>
                  <a:cubicBezTo>
                    <a:pt x="8933" y="50800"/>
                    <a:pt x="9062" y="50929"/>
                    <a:pt x="9192" y="51037"/>
                  </a:cubicBezTo>
                  <a:lnTo>
                    <a:pt x="10053" y="50111"/>
                  </a:lnTo>
                  <a:lnTo>
                    <a:pt x="9708" y="49788"/>
                  </a:lnTo>
                  <a:close/>
                  <a:moveTo>
                    <a:pt x="49164" y="50047"/>
                  </a:moveTo>
                  <a:lnTo>
                    <a:pt x="48798" y="50369"/>
                  </a:lnTo>
                  <a:lnTo>
                    <a:pt x="49659" y="51317"/>
                  </a:lnTo>
                  <a:lnTo>
                    <a:pt x="50047" y="50951"/>
                  </a:lnTo>
                  <a:lnTo>
                    <a:pt x="49164" y="50047"/>
                  </a:lnTo>
                  <a:close/>
                  <a:moveTo>
                    <a:pt x="10978" y="50951"/>
                  </a:moveTo>
                  <a:lnTo>
                    <a:pt x="10139" y="51898"/>
                  </a:lnTo>
                  <a:cubicBezTo>
                    <a:pt x="10268" y="52005"/>
                    <a:pt x="10397" y="52134"/>
                    <a:pt x="10526" y="52242"/>
                  </a:cubicBezTo>
                  <a:lnTo>
                    <a:pt x="11344" y="51273"/>
                  </a:lnTo>
                  <a:cubicBezTo>
                    <a:pt x="11215" y="51166"/>
                    <a:pt x="11086" y="51058"/>
                    <a:pt x="10978" y="50951"/>
                  </a:cubicBezTo>
                  <a:close/>
                  <a:moveTo>
                    <a:pt x="47873" y="51209"/>
                  </a:moveTo>
                  <a:cubicBezTo>
                    <a:pt x="47744" y="51317"/>
                    <a:pt x="47615" y="51424"/>
                    <a:pt x="47507" y="51532"/>
                  </a:cubicBezTo>
                  <a:lnTo>
                    <a:pt x="48303" y="52500"/>
                  </a:lnTo>
                  <a:lnTo>
                    <a:pt x="48691" y="52178"/>
                  </a:lnTo>
                  <a:lnTo>
                    <a:pt x="47873" y="51209"/>
                  </a:lnTo>
                  <a:close/>
                  <a:moveTo>
                    <a:pt x="12291" y="52027"/>
                  </a:moveTo>
                  <a:lnTo>
                    <a:pt x="11538" y="53039"/>
                  </a:lnTo>
                  <a:lnTo>
                    <a:pt x="11947" y="53361"/>
                  </a:lnTo>
                  <a:lnTo>
                    <a:pt x="12700" y="52328"/>
                  </a:lnTo>
                  <a:lnTo>
                    <a:pt x="12291" y="52027"/>
                  </a:lnTo>
                  <a:close/>
                  <a:moveTo>
                    <a:pt x="46538" y="52285"/>
                  </a:moveTo>
                  <a:lnTo>
                    <a:pt x="46129" y="52587"/>
                  </a:lnTo>
                  <a:lnTo>
                    <a:pt x="46883" y="53598"/>
                  </a:lnTo>
                  <a:lnTo>
                    <a:pt x="47292" y="53297"/>
                  </a:lnTo>
                  <a:lnTo>
                    <a:pt x="46538" y="52285"/>
                  </a:lnTo>
                  <a:close/>
                  <a:moveTo>
                    <a:pt x="13690" y="53060"/>
                  </a:moveTo>
                  <a:lnTo>
                    <a:pt x="12980" y="54115"/>
                  </a:lnTo>
                  <a:lnTo>
                    <a:pt x="13411" y="54373"/>
                  </a:lnTo>
                  <a:lnTo>
                    <a:pt x="14099" y="53340"/>
                  </a:lnTo>
                  <a:lnTo>
                    <a:pt x="13690" y="53060"/>
                  </a:lnTo>
                  <a:close/>
                  <a:moveTo>
                    <a:pt x="45118" y="53254"/>
                  </a:moveTo>
                  <a:lnTo>
                    <a:pt x="44687" y="53534"/>
                  </a:lnTo>
                  <a:lnTo>
                    <a:pt x="45376" y="54610"/>
                  </a:lnTo>
                  <a:lnTo>
                    <a:pt x="45806" y="54309"/>
                  </a:lnTo>
                  <a:lnTo>
                    <a:pt x="45118" y="53254"/>
                  </a:lnTo>
                  <a:close/>
                  <a:moveTo>
                    <a:pt x="15154" y="53964"/>
                  </a:moveTo>
                  <a:lnTo>
                    <a:pt x="14508" y="55040"/>
                  </a:lnTo>
                  <a:lnTo>
                    <a:pt x="14939" y="55320"/>
                  </a:lnTo>
                  <a:lnTo>
                    <a:pt x="15585" y="54222"/>
                  </a:lnTo>
                  <a:lnTo>
                    <a:pt x="15154" y="53964"/>
                  </a:lnTo>
                  <a:close/>
                  <a:moveTo>
                    <a:pt x="43654" y="54179"/>
                  </a:moveTo>
                  <a:lnTo>
                    <a:pt x="43223" y="54416"/>
                  </a:lnTo>
                  <a:lnTo>
                    <a:pt x="43826" y="55514"/>
                  </a:lnTo>
                  <a:lnTo>
                    <a:pt x="44278" y="55256"/>
                  </a:lnTo>
                  <a:lnTo>
                    <a:pt x="43654" y="54179"/>
                  </a:lnTo>
                  <a:close/>
                  <a:moveTo>
                    <a:pt x="16661" y="54804"/>
                  </a:moveTo>
                  <a:lnTo>
                    <a:pt x="16080" y="55923"/>
                  </a:lnTo>
                  <a:lnTo>
                    <a:pt x="16553" y="56160"/>
                  </a:lnTo>
                  <a:lnTo>
                    <a:pt x="17113" y="55019"/>
                  </a:lnTo>
                  <a:lnTo>
                    <a:pt x="16661" y="54804"/>
                  </a:lnTo>
                  <a:close/>
                  <a:moveTo>
                    <a:pt x="42126" y="54997"/>
                  </a:moveTo>
                  <a:lnTo>
                    <a:pt x="41674" y="55213"/>
                  </a:lnTo>
                  <a:lnTo>
                    <a:pt x="42212" y="56353"/>
                  </a:lnTo>
                  <a:lnTo>
                    <a:pt x="42685" y="56117"/>
                  </a:lnTo>
                  <a:lnTo>
                    <a:pt x="42126" y="54997"/>
                  </a:lnTo>
                  <a:close/>
                  <a:moveTo>
                    <a:pt x="18211" y="55535"/>
                  </a:moveTo>
                  <a:lnTo>
                    <a:pt x="17716" y="56698"/>
                  </a:lnTo>
                  <a:lnTo>
                    <a:pt x="18189" y="56913"/>
                  </a:lnTo>
                  <a:lnTo>
                    <a:pt x="18684" y="55751"/>
                  </a:lnTo>
                  <a:lnTo>
                    <a:pt x="18211" y="55535"/>
                  </a:lnTo>
                  <a:close/>
                  <a:moveTo>
                    <a:pt x="40554" y="55708"/>
                  </a:moveTo>
                  <a:lnTo>
                    <a:pt x="40081" y="55901"/>
                  </a:lnTo>
                  <a:lnTo>
                    <a:pt x="40554" y="57064"/>
                  </a:lnTo>
                  <a:lnTo>
                    <a:pt x="41028" y="56870"/>
                  </a:lnTo>
                  <a:lnTo>
                    <a:pt x="40554" y="55708"/>
                  </a:lnTo>
                  <a:close/>
                  <a:moveTo>
                    <a:pt x="19825" y="56181"/>
                  </a:moveTo>
                  <a:lnTo>
                    <a:pt x="19395" y="57365"/>
                  </a:lnTo>
                  <a:lnTo>
                    <a:pt x="19868" y="57537"/>
                  </a:lnTo>
                  <a:lnTo>
                    <a:pt x="20277" y="56353"/>
                  </a:lnTo>
                  <a:lnTo>
                    <a:pt x="19825" y="56181"/>
                  </a:lnTo>
                  <a:close/>
                  <a:moveTo>
                    <a:pt x="38940" y="56332"/>
                  </a:moveTo>
                  <a:lnTo>
                    <a:pt x="38466" y="56483"/>
                  </a:lnTo>
                  <a:lnTo>
                    <a:pt x="38854" y="57688"/>
                  </a:lnTo>
                  <a:lnTo>
                    <a:pt x="39349" y="57516"/>
                  </a:lnTo>
                  <a:lnTo>
                    <a:pt x="38940" y="56332"/>
                  </a:lnTo>
                  <a:close/>
                  <a:moveTo>
                    <a:pt x="21461" y="56741"/>
                  </a:moveTo>
                  <a:lnTo>
                    <a:pt x="21095" y="57946"/>
                  </a:lnTo>
                  <a:lnTo>
                    <a:pt x="21590" y="58075"/>
                  </a:lnTo>
                  <a:lnTo>
                    <a:pt x="21935" y="56870"/>
                  </a:lnTo>
                  <a:lnTo>
                    <a:pt x="21461" y="56741"/>
                  </a:lnTo>
                  <a:close/>
                  <a:moveTo>
                    <a:pt x="37282" y="56849"/>
                  </a:moveTo>
                  <a:lnTo>
                    <a:pt x="36809" y="56978"/>
                  </a:lnTo>
                  <a:lnTo>
                    <a:pt x="37132" y="58205"/>
                  </a:lnTo>
                  <a:lnTo>
                    <a:pt x="37627" y="58075"/>
                  </a:lnTo>
                  <a:lnTo>
                    <a:pt x="37282" y="56849"/>
                  </a:lnTo>
                  <a:close/>
                  <a:moveTo>
                    <a:pt x="23119" y="57171"/>
                  </a:moveTo>
                  <a:lnTo>
                    <a:pt x="22839" y="58398"/>
                  </a:lnTo>
                  <a:lnTo>
                    <a:pt x="23334" y="58527"/>
                  </a:lnTo>
                  <a:lnTo>
                    <a:pt x="23614" y="57279"/>
                  </a:lnTo>
                  <a:lnTo>
                    <a:pt x="23119" y="57171"/>
                  </a:lnTo>
                  <a:close/>
                  <a:moveTo>
                    <a:pt x="35603" y="57257"/>
                  </a:moveTo>
                  <a:lnTo>
                    <a:pt x="35130" y="57365"/>
                  </a:lnTo>
                  <a:lnTo>
                    <a:pt x="35367" y="58614"/>
                  </a:lnTo>
                  <a:lnTo>
                    <a:pt x="35883" y="58506"/>
                  </a:lnTo>
                  <a:lnTo>
                    <a:pt x="35603" y="57257"/>
                  </a:lnTo>
                  <a:close/>
                  <a:moveTo>
                    <a:pt x="24819" y="57516"/>
                  </a:moveTo>
                  <a:lnTo>
                    <a:pt x="24604" y="58764"/>
                  </a:lnTo>
                  <a:lnTo>
                    <a:pt x="25120" y="58850"/>
                  </a:lnTo>
                  <a:lnTo>
                    <a:pt x="25314" y="57602"/>
                  </a:lnTo>
                  <a:lnTo>
                    <a:pt x="24819" y="57516"/>
                  </a:lnTo>
                  <a:close/>
                  <a:moveTo>
                    <a:pt x="33924" y="57580"/>
                  </a:moveTo>
                  <a:lnTo>
                    <a:pt x="33429" y="57645"/>
                  </a:lnTo>
                  <a:lnTo>
                    <a:pt x="33601" y="58915"/>
                  </a:lnTo>
                  <a:lnTo>
                    <a:pt x="34097" y="58829"/>
                  </a:lnTo>
                  <a:lnTo>
                    <a:pt x="33924" y="57580"/>
                  </a:lnTo>
                  <a:close/>
                  <a:moveTo>
                    <a:pt x="26520" y="57753"/>
                  </a:moveTo>
                  <a:lnTo>
                    <a:pt x="26390" y="59023"/>
                  </a:lnTo>
                  <a:lnTo>
                    <a:pt x="26907" y="59066"/>
                  </a:lnTo>
                  <a:lnTo>
                    <a:pt x="27036" y="57817"/>
                  </a:lnTo>
                  <a:lnTo>
                    <a:pt x="26520" y="57753"/>
                  </a:lnTo>
                  <a:close/>
                  <a:moveTo>
                    <a:pt x="32202" y="57796"/>
                  </a:moveTo>
                  <a:lnTo>
                    <a:pt x="31707" y="57839"/>
                  </a:lnTo>
                  <a:lnTo>
                    <a:pt x="31793" y="59109"/>
                  </a:lnTo>
                  <a:lnTo>
                    <a:pt x="32310" y="59066"/>
                  </a:lnTo>
                  <a:lnTo>
                    <a:pt x="32202" y="57796"/>
                  </a:lnTo>
                  <a:close/>
                  <a:moveTo>
                    <a:pt x="28263" y="57882"/>
                  </a:moveTo>
                  <a:lnTo>
                    <a:pt x="28199" y="59152"/>
                  </a:lnTo>
                  <a:lnTo>
                    <a:pt x="28715" y="59173"/>
                  </a:lnTo>
                  <a:lnTo>
                    <a:pt x="28758" y="57903"/>
                  </a:lnTo>
                  <a:lnTo>
                    <a:pt x="28263" y="57882"/>
                  </a:lnTo>
                  <a:close/>
                  <a:moveTo>
                    <a:pt x="29985" y="57903"/>
                  </a:moveTo>
                  <a:lnTo>
                    <a:pt x="30007" y="59173"/>
                  </a:lnTo>
                  <a:lnTo>
                    <a:pt x="30502" y="59173"/>
                  </a:lnTo>
                  <a:lnTo>
                    <a:pt x="30480" y="57903"/>
                  </a:ln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" name="Google Shape;2538;p87">
            <a:extLst>
              <a:ext uri="{FF2B5EF4-FFF2-40B4-BE49-F238E27FC236}">
                <a16:creationId xmlns:a16="http://schemas.microsoft.com/office/drawing/2014/main" id="{881272D0-7C01-3CA9-CDD8-ACA73A33B90D}"/>
              </a:ext>
            </a:extLst>
          </p:cNvPr>
          <p:cNvSpPr/>
          <p:nvPr/>
        </p:nvSpPr>
        <p:spPr>
          <a:xfrm>
            <a:off x="318611" y="941149"/>
            <a:ext cx="8288524" cy="2134710"/>
          </a:xfrm>
          <a:prstGeom prst="flowChartInternalStorage">
            <a:avLst/>
          </a:prstGeom>
          <a:solidFill>
            <a:srgbClr val="022D55">
              <a:alpha val="7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2544;p87">
            <a:extLst>
              <a:ext uri="{FF2B5EF4-FFF2-40B4-BE49-F238E27FC236}">
                <a16:creationId xmlns:a16="http://schemas.microsoft.com/office/drawing/2014/main" id="{858B036F-A5E3-024C-0CC6-4C98D1AB44D0}"/>
              </a:ext>
            </a:extLst>
          </p:cNvPr>
          <p:cNvSpPr/>
          <p:nvPr/>
        </p:nvSpPr>
        <p:spPr>
          <a:xfrm>
            <a:off x="7932393" y="960959"/>
            <a:ext cx="680260" cy="402343"/>
          </a:xfrm>
          <a:custGeom>
            <a:avLst/>
            <a:gdLst/>
            <a:ahLst/>
            <a:cxnLst/>
            <a:rect l="l" t="t" r="r" b="b"/>
            <a:pathLst>
              <a:path w="18419" h="10894" extrusionOk="0">
                <a:moveTo>
                  <a:pt x="1" y="1"/>
                </a:moveTo>
                <a:lnTo>
                  <a:pt x="1" y="291"/>
                </a:lnTo>
                <a:lnTo>
                  <a:pt x="13574" y="291"/>
                </a:lnTo>
                <a:lnTo>
                  <a:pt x="18128" y="4845"/>
                </a:lnTo>
                <a:lnTo>
                  <a:pt x="18128" y="10893"/>
                </a:lnTo>
                <a:lnTo>
                  <a:pt x="18418" y="10893"/>
                </a:lnTo>
                <a:lnTo>
                  <a:pt x="18418" y="4722"/>
                </a:lnTo>
                <a:lnTo>
                  <a:pt x="13697" y="1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2545;p87">
            <a:extLst>
              <a:ext uri="{FF2B5EF4-FFF2-40B4-BE49-F238E27FC236}">
                <a16:creationId xmlns:a16="http://schemas.microsoft.com/office/drawing/2014/main" id="{105C6C67-FB15-11F2-9263-FFC7FEFEA176}"/>
              </a:ext>
            </a:extLst>
          </p:cNvPr>
          <p:cNvSpPr/>
          <p:nvPr/>
        </p:nvSpPr>
        <p:spPr>
          <a:xfrm>
            <a:off x="8523455" y="964140"/>
            <a:ext cx="178938" cy="179233"/>
          </a:xfrm>
          <a:custGeom>
            <a:avLst/>
            <a:gdLst/>
            <a:ahLst/>
            <a:cxnLst/>
            <a:rect l="l" t="t" r="r" b="b"/>
            <a:pathLst>
              <a:path w="4845" h="4853" extrusionOk="0">
                <a:moveTo>
                  <a:pt x="211" y="0"/>
                </a:moveTo>
                <a:lnTo>
                  <a:pt x="0" y="211"/>
                </a:lnTo>
                <a:lnTo>
                  <a:pt x="4642" y="4853"/>
                </a:lnTo>
                <a:lnTo>
                  <a:pt x="4844" y="4642"/>
                </a:lnTo>
                <a:lnTo>
                  <a:pt x="211" y="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" name="Google Shape;2546;p87">
            <a:extLst>
              <a:ext uri="{FF2B5EF4-FFF2-40B4-BE49-F238E27FC236}">
                <a16:creationId xmlns:a16="http://schemas.microsoft.com/office/drawing/2014/main" id="{CAD70EF2-178C-9E85-1CD1-5938C8F86472}"/>
              </a:ext>
            </a:extLst>
          </p:cNvPr>
          <p:cNvGrpSpPr/>
          <p:nvPr/>
        </p:nvGrpSpPr>
        <p:grpSpPr>
          <a:xfrm>
            <a:off x="8934080" y="2331842"/>
            <a:ext cx="2890467" cy="945511"/>
            <a:chOff x="238125" y="1662850"/>
            <a:chExt cx="7137300" cy="2369400"/>
          </a:xfrm>
        </p:grpSpPr>
        <p:sp>
          <p:nvSpPr>
            <p:cNvPr id="58" name="Google Shape;2547;p87">
              <a:extLst>
                <a:ext uri="{FF2B5EF4-FFF2-40B4-BE49-F238E27FC236}">
                  <a16:creationId xmlns:a16="http://schemas.microsoft.com/office/drawing/2014/main" id="{02DC7ED0-35B6-D5E2-38C0-85594CF666BB}"/>
                </a:ext>
              </a:extLst>
            </p:cNvPr>
            <p:cNvSpPr/>
            <p:nvPr/>
          </p:nvSpPr>
          <p:spPr>
            <a:xfrm>
              <a:off x="490500" y="1898550"/>
              <a:ext cx="6774075" cy="1771550"/>
            </a:xfrm>
            <a:custGeom>
              <a:avLst/>
              <a:gdLst/>
              <a:ahLst/>
              <a:cxnLst/>
              <a:rect l="l" t="t" r="r" b="b"/>
              <a:pathLst>
                <a:path w="270963" h="70862" extrusionOk="0">
                  <a:moveTo>
                    <a:pt x="4112" y="0"/>
                  </a:moveTo>
                  <a:lnTo>
                    <a:pt x="0" y="4090"/>
                  </a:lnTo>
                  <a:lnTo>
                    <a:pt x="0" y="66750"/>
                  </a:lnTo>
                  <a:lnTo>
                    <a:pt x="4112" y="70861"/>
                  </a:lnTo>
                  <a:lnTo>
                    <a:pt x="266873" y="70861"/>
                  </a:lnTo>
                  <a:lnTo>
                    <a:pt x="270962" y="66750"/>
                  </a:lnTo>
                  <a:lnTo>
                    <a:pt x="270962" y="28155"/>
                  </a:lnTo>
                  <a:lnTo>
                    <a:pt x="265086" y="22279"/>
                  </a:lnTo>
                  <a:lnTo>
                    <a:pt x="225393" y="22279"/>
                  </a:lnTo>
                  <a:lnTo>
                    <a:pt x="203114" y="0"/>
                  </a:lnTo>
                  <a:close/>
                </a:path>
              </a:pathLst>
            </a:custGeom>
            <a:solidFill>
              <a:srgbClr val="0068E8">
                <a:alpha val="19215"/>
              </a:srgbClr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2548;p87">
              <a:extLst>
                <a:ext uri="{FF2B5EF4-FFF2-40B4-BE49-F238E27FC236}">
                  <a16:creationId xmlns:a16="http://schemas.microsoft.com/office/drawing/2014/main" id="{D0468D75-29A3-6F22-06FD-E5C8BDE9A26D}"/>
                </a:ext>
              </a:extLst>
            </p:cNvPr>
            <p:cNvSpPr/>
            <p:nvPr/>
          </p:nvSpPr>
          <p:spPr>
            <a:xfrm>
              <a:off x="482975" y="1890475"/>
              <a:ext cx="6789675" cy="1787150"/>
            </a:xfrm>
            <a:custGeom>
              <a:avLst/>
              <a:gdLst/>
              <a:ahLst/>
              <a:cxnLst/>
              <a:rect l="l" t="t" r="r" b="b"/>
              <a:pathLst>
                <a:path w="271587" h="71486" extrusionOk="0">
                  <a:moveTo>
                    <a:pt x="203286" y="624"/>
                  </a:moveTo>
                  <a:lnTo>
                    <a:pt x="225565" y="22903"/>
                  </a:lnTo>
                  <a:lnTo>
                    <a:pt x="265258" y="22903"/>
                  </a:lnTo>
                  <a:lnTo>
                    <a:pt x="270941" y="28607"/>
                  </a:lnTo>
                  <a:lnTo>
                    <a:pt x="270941" y="66944"/>
                  </a:lnTo>
                  <a:lnTo>
                    <a:pt x="267044" y="70861"/>
                  </a:lnTo>
                  <a:lnTo>
                    <a:pt x="4542" y="70861"/>
                  </a:lnTo>
                  <a:lnTo>
                    <a:pt x="624" y="66944"/>
                  </a:lnTo>
                  <a:lnTo>
                    <a:pt x="624" y="4542"/>
                  </a:lnTo>
                  <a:lnTo>
                    <a:pt x="4542" y="624"/>
                  </a:lnTo>
                  <a:close/>
                  <a:moveTo>
                    <a:pt x="4262" y="0"/>
                  </a:moveTo>
                  <a:lnTo>
                    <a:pt x="0" y="4284"/>
                  </a:lnTo>
                  <a:lnTo>
                    <a:pt x="0" y="67202"/>
                  </a:lnTo>
                  <a:lnTo>
                    <a:pt x="4262" y="71485"/>
                  </a:lnTo>
                  <a:lnTo>
                    <a:pt x="267303" y="71485"/>
                  </a:lnTo>
                  <a:lnTo>
                    <a:pt x="271586" y="67202"/>
                  </a:lnTo>
                  <a:lnTo>
                    <a:pt x="271586" y="28349"/>
                  </a:lnTo>
                  <a:lnTo>
                    <a:pt x="265516" y="22279"/>
                  </a:lnTo>
                  <a:lnTo>
                    <a:pt x="225823" y="22279"/>
                  </a:lnTo>
                  <a:lnTo>
                    <a:pt x="203544" y="0"/>
                  </a:ln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2549;p87">
              <a:extLst>
                <a:ext uri="{FF2B5EF4-FFF2-40B4-BE49-F238E27FC236}">
                  <a16:creationId xmlns:a16="http://schemas.microsoft.com/office/drawing/2014/main" id="{8FDC4A24-38BA-1A65-3060-62821C603A11}"/>
                </a:ext>
              </a:extLst>
            </p:cNvPr>
            <p:cNvSpPr/>
            <p:nvPr/>
          </p:nvSpPr>
          <p:spPr>
            <a:xfrm>
              <a:off x="677225" y="1899625"/>
              <a:ext cx="1804950" cy="1769400"/>
            </a:xfrm>
            <a:custGeom>
              <a:avLst/>
              <a:gdLst/>
              <a:ahLst/>
              <a:cxnLst/>
              <a:rect l="l" t="t" r="r" b="b"/>
              <a:pathLst>
                <a:path w="72198" h="70776" extrusionOk="0">
                  <a:moveTo>
                    <a:pt x="36809" y="1249"/>
                  </a:moveTo>
                  <a:cubicBezTo>
                    <a:pt x="55644" y="1270"/>
                    <a:pt x="70905" y="16531"/>
                    <a:pt x="70927" y="35388"/>
                  </a:cubicBezTo>
                  <a:cubicBezTo>
                    <a:pt x="70927" y="49185"/>
                    <a:pt x="62618" y="61627"/>
                    <a:pt x="49875" y="66901"/>
                  </a:cubicBezTo>
                  <a:cubicBezTo>
                    <a:pt x="45648" y="68654"/>
                    <a:pt x="41210" y="69506"/>
                    <a:pt x="36811" y="69506"/>
                  </a:cubicBezTo>
                  <a:cubicBezTo>
                    <a:pt x="27928" y="69506"/>
                    <a:pt x="19201" y="66032"/>
                    <a:pt x="12679" y="59496"/>
                  </a:cubicBezTo>
                  <a:cubicBezTo>
                    <a:pt x="2907" y="49745"/>
                    <a:pt x="1" y="35065"/>
                    <a:pt x="5274" y="22322"/>
                  </a:cubicBezTo>
                  <a:cubicBezTo>
                    <a:pt x="10570" y="9557"/>
                    <a:pt x="23011" y="1249"/>
                    <a:pt x="36809" y="1249"/>
                  </a:cubicBezTo>
                  <a:close/>
                  <a:moveTo>
                    <a:pt x="36809" y="0"/>
                  </a:moveTo>
                  <a:cubicBezTo>
                    <a:pt x="17307" y="0"/>
                    <a:pt x="1421" y="15864"/>
                    <a:pt x="1421" y="35388"/>
                  </a:cubicBezTo>
                  <a:cubicBezTo>
                    <a:pt x="1421" y="54889"/>
                    <a:pt x="17307" y="70775"/>
                    <a:pt x="36809" y="70775"/>
                  </a:cubicBezTo>
                  <a:cubicBezTo>
                    <a:pt x="56333" y="70775"/>
                    <a:pt x="72197" y="54889"/>
                    <a:pt x="72197" y="35388"/>
                  </a:cubicBezTo>
                  <a:cubicBezTo>
                    <a:pt x="72197" y="15864"/>
                    <a:pt x="56333" y="0"/>
                    <a:pt x="36809" y="0"/>
                  </a:cubicBez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2550;p87">
              <a:extLst>
                <a:ext uri="{FF2B5EF4-FFF2-40B4-BE49-F238E27FC236}">
                  <a16:creationId xmlns:a16="http://schemas.microsoft.com/office/drawing/2014/main" id="{ED87BD98-4521-0B89-25E4-BAD1FDEBEDE9}"/>
                </a:ext>
              </a:extLst>
            </p:cNvPr>
            <p:cNvSpPr/>
            <p:nvPr/>
          </p:nvSpPr>
          <p:spPr>
            <a:xfrm>
              <a:off x="659475" y="2784300"/>
              <a:ext cx="262625" cy="596275"/>
            </a:xfrm>
            <a:custGeom>
              <a:avLst/>
              <a:gdLst/>
              <a:ahLst/>
              <a:cxnLst/>
              <a:rect l="l" t="t" r="r" b="b"/>
              <a:pathLst>
                <a:path w="10505" h="23851" extrusionOk="0">
                  <a:moveTo>
                    <a:pt x="0" y="1"/>
                  </a:moveTo>
                  <a:cubicBezTo>
                    <a:pt x="0" y="8697"/>
                    <a:pt x="3035" y="17135"/>
                    <a:pt x="8568" y="23851"/>
                  </a:cubicBezTo>
                  <a:lnTo>
                    <a:pt x="10505" y="22258"/>
                  </a:lnTo>
                  <a:cubicBezTo>
                    <a:pt x="5339" y="15972"/>
                    <a:pt x="2519" y="8116"/>
                    <a:pt x="2519" y="1"/>
                  </a:cubicBez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2551;p87">
              <a:extLst>
                <a:ext uri="{FF2B5EF4-FFF2-40B4-BE49-F238E27FC236}">
                  <a16:creationId xmlns:a16="http://schemas.microsoft.com/office/drawing/2014/main" id="{AADFD7DE-678B-34A1-AB32-ABB7D3396807}"/>
                </a:ext>
              </a:extLst>
            </p:cNvPr>
            <p:cNvSpPr/>
            <p:nvPr/>
          </p:nvSpPr>
          <p:spPr>
            <a:xfrm>
              <a:off x="1597450" y="2784300"/>
              <a:ext cx="967575" cy="967575"/>
            </a:xfrm>
            <a:custGeom>
              <a:avLst/>
              <a:gdLst/>
              <a:ahLst/>
              <a:cxnLst/>
              <a:rect l="l" t="t" r="r" b="b"/>
              <a:pathLst>
                <a:path w="38703" h="38703" extrusionOk="0">
                  <a:moveTo>
                    <a:pt x="34914" y="1"/>
                  </a:moveTo>
                  <a:cubicBezTo>
                    <a:pt x="34893" y="19266"/>
                    <a:pt x="19265" y="34871"/>
                    <a:pt x="0" y="34914"/>
                  </a:cubicBezTo>
                  <a:lnTo>
                    <a:pt x="0" y="38703"/>
                  </a:lnTo>
                  <a:cubicBezTo>
                    <a:pt x="21332" y="38703"/>
                    <a:pt x="38703" y="21332"/>
                    <a:pt x="38703" y="1"/>
                  </a:cubicBez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2552;p87">
              <a:extLst>
                <a:ext uri="{FF2B5EF4-FFF2-40B4-BE49-F238E27FC236}">
                  <a16:creationId xmlns:a16="http://schemas.microsoft.com/office/drawing/2014/main" id="{E8E4F1EF-3753-6EFE-96F1-AB88F99310C2}"/>
                </a:ext>
              </a:extLst>
            </p:cNvPr>
            <p:cNvSpPr/>
            <p:nvPr/>
          </p:nvSpPr>
          <p:spPr>
            <a:xfrm>
              <a:off x="745575" y="1994450"/>
              <a:ext cx="1641350" cy="1579325"/>
            </a:xfrm>
            <a:custGeom>
              <a:avLst/>
              <a:gdLst/>
              <a:ahLst/>
              <a:cxnLst/>
              <a:rect l="l" t="t" r="r" b="b"/>
              <a:pathLst>
                <a:path w="65654" h="63173" extrusionOk="0">
                  <a:moveTo>
                    <a:pt x="34075" y="1266"/>
                  </a:moveTo>
                  <a:cubicBezTo>
                    <a:pt x="50822" y="1287"/>
                    <a:pt x="64383" y="14848"/>
                    <a:pt x="64405" y="31595"/>
                  </a:cubicBezTo>
                  <a:cubicBezTo>
                    <a:pt x="64405" y="43842"/>
                    <a:pt x="57000" y="54906"/>
                    <a:pt x="45677" y="59599"/>
                  </a:cubicBezTo>
                  <a:cubicBezTo>
                    <a:pt x="41933" y="61151"/>
                    <a:pt x="38000" y="61905"/>
                    <a:pt x="34099" y="61905"/>
                  </a:cubicBezTo>
                  <a:cubicBezTo>
                    <a:pt x="26205" y="61905"/>
                    <a:pt x="18442" y="58818"/>
                    <a:pt x="12636" y="53012"/>
                  </a:cubicBezTo>
                  <a:cubicBezTo>
                    <a:pt x="3961" y="44359"/>
                    <a:pt x="1378" y="31315"/>
                    <a:pt x="6071" y="19971"/>
                  </a:cubicBezTo>
                  <a:cubicBezTo>
                    <a:pt x="10763" y="8649"/>
                    <a:pt x="21806" y="1266"/>
                    <a:pt x="34075" y="1266"/>
                  </a:cubicBezTo>
                  <a:close/>
                  <a:moveTo>
                    <a:pt x="34075" y="0"/>
                  </a:moveTo>
                  <a:cubicBezTo>
                    <a:pt x="25855" y="0"/>
                    <a:pt x="17784" y="3206"/>
                    <a:pt x="11753" y="9251"/>
                  </a:cubicBezTo>
                  <a:cubicBezTo>
                    <a:pt x="2713" y="18292"/>
                    <a:pt x="0" y="31874"/>
                    <a:pt x="4887" y="43670"/>
                  </a:cubicBezTo>
                  <a:cubicBezTo>
                    <a:pt x="9795" y="55466"/>
                    <a:pt x="21311" y="63172"/>
                    <a:pt x="34075" y="63172"/>
                  </a:cubicBezTo>
                  <a:cubicBezTo>
                    <a:pt x="51511" y="63151"/>
                    <a:pt x="65631" y="49008"/>
                    <a:pt x="65653" y="31595"/>
                  </a:cubicBezTo>
                  <a:cubicBezTo>
                    <a:pt x="65653" y="18809"/>
                    <a:pt x="57968" y="7293"/>
                    <a:pt x="46173" y="2406"/>
                  </a:cubicBezTo>
                  <a:cubicBezTo>
                    <a:pt x="42257" y="787"/>
                    <a:pt x="38148" y="0"/>
                    <a:pt x="34075" y="0"/>
                  </a:cubicBezTo>
                  <a:close/>
                </a:path>
              </a:pathLst>
            </a:custGeom>
            <a:solidFill>
              <a:srgbClr val="200E75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2553;p87">
              <a:extLst>
                <a:ext uri="{FF2B5EF4-FFF2-40B4-BE49-F238E27FC236}">
                  <a16:creationId xmlns:a16="http://schemas.microsoft.com/office/drawing/2014/main" id="{42F7FF17-14D3-0799-39E3-96C151C24176}"/>
                </a:ext>
              </a:extLst>
            </p:cNvPr>
            <p:cNvSpPr/>
            <p:nvPr/>
          </p:nvSpPr>
          <p:spPr>
            <a:xfrm>
              <a:off x="1597450" y="2012625"/>
              <a:ext cx="771175" cy="771700"/>
            </a:xfrm>
            <a:custGeom>
              <a:avLst/>
              <a:gdLst/>
              <a:ahLst/>
              <a:cxnLst/>
              <a:rect l="l" t="t" r="r" b="b"/>
              <a:pathLst>
                <a:path w="30847" h="30868" extrusionOk="0">
                  <a:moveTo>
                    <a:pt x="0" y="0"/>
                  </a:moveTo>
                  <a:lnTo>
                    <a:pt x="0" y="3789"/>
                  </a:lnTo>
                  <a:cubicBezTo>
                    <a:pt x="14939" y="3810"/>
                    <a:pt x="27036" y="15929"/>
                    <a:pt x="27058" y="30868"/>
                  </a:cubicBezTo>
                  <a:lnTo>
                    <a:pt x="30846" y="30868"/>
                  </a:lnTo>
                  <a:cubicBezTo>
                    <a:pt x="30825" y="13820"/>
                    <a:pt x="17027" y="22"/>
                    <a:pt x="0" y="0"/>
                  </a:cubicBezTo>
                  <a:close/>
                </a:path>
              </a:pathLst>
            </a:custGeom>
            <a:solidFill>
              <a:srgbClr val="200E75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2554;p87">
              <a:extLst>
                <a:ext uri="{FF2B5EF4-FFF2-40B4-BE49-F238E27FC236}">
                  <a16:creationId xmlns:a16="http://schemas.microsoft.com/office/drawing/2014/main" id="{ED2541A3-DBCD-73FB-F091-3BD10C636F68}"/>
                </a:ext>
              </a:extLst>
            </p:cNvPr>
            <p:cNvSpPr/>
            <p:nvPr/>
          </p:nvSpPr>
          <p:spPr>
            <a:xfrm>
              <a:off x="1581825" y="1803825"/>
              <a:ext cx="31250" cy="111425"/>
            </a:xfrm>
            <a:custGeom>
              <a:avLst/>
              <a:gdLst/>
              <a:ahLst/>
              <a:cxnLst/>
              <a:rect l="l" t="t" r="r" b="b"/>
              <a:pathLst>
                <a:path w="1250" h="4457" extrusionOk="0">
                  <a:moveTo>
                    <a:pt x="1" y="1"/>
                  </a:moveTo>
                  <a:lnTo>
                    <a:pt x="1" y="4456"/>
                  </a:lnTo>
                  <a:lnTo>
                    <a:pt x="1249" y="4456"/>
                  </a:lnTo>
                  <a:lnTo>
                    <a:pt x="1249" y="1"/>
                  </a:ln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2555;p87">
              <a:extLst>
                <a:ext uri="{FF2B5EF4-FFF2-40B4-BE49-F238E27FC236}">
                  <a16:creationId xmlns:a16="http://schemas.microsoft.com/office/drawing/2014/main" id="{4982B8BA-A205-845B-1AA9-2FE73315BF16}"/>
                </a:ext>
              </a:extLst>
            </p:cNvPr>
            <p:cNvSpPr/>
            <p:nvPr/>
          </p:nvSpPr>
          <p:spPr>
            <a:xfrm>
              <a:off x="1581825" y="3652850"/>
              <a:ext cx="31250" cy="111400"/>
            </a:xfrm>
            <a:custGeom>
              <a:avLst/>
              <a:gdLst/>
              <a:ahLst/>
              <a:cxnLst/>
              <a:rect l="l" t="t" r="r" b="b"/>
              <a:pathLst>
                <a:path w="1250" h="4456" extrusionOk="0">
                  <a:moveTo>
                    <a:pt x="1" y="0"/>
                  </a:moveTo>
                  <a:lnTo>
                    <a:pt x="1" y="4456"/>
                  </a:lnTo>
                  <a:lnTo>
                    <a:pt x="1249" y="4456"/>
                  </a:lnTo>
                  <a:lnTo>
                    <a:pt x="1249" y="0"/>
                  </a:ln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2556;p87">
              <a:extLst>
                <a:ext uri="{FF2B5EF4-FFF2-40B4-BE49-F238E27FC236}">
                  <a16:creationId xmlns:a16="http://schemas.microsoft.com/office/drawing/2014/main" id="{A700144D-41F6-E345-2135-A3F70539E459}"/>
                </a:ext>
              </a:extLst>
            </p:cNvPr>
            <p:cNvSpPr/>
            <p:nvPr/>
          </p:nvSpPr>
          <p:spPr>
            <a:xfrm>
              <a:off x="554000" y="2768150"/>
              <a:ext cx="427300" cy="31775"/>
            </a:xfrm>
            <a:custGeom>
              <a:avLst/>
              <a:gdLst/>
              <a:ahLst/>
              <a:cxnLst/>
              <a:rect l="l" t="t" r="r" b="b"/>
              <a:pathLst>
                <a:path w="17092" h="1271" extrusionOk="0">
                  <a:moveTo>
                    <a:pt x="0" y="1"/>
                  </a:moveTo>
                  <a:lnTo>
                    <a:pt x="0" y="1271"/>
                  </a:lnTo>
                  <a:lnTo>
                    <a:pt x="17092" y="1271"/>
                  </a:lnTo>
                  <a:lnTo>
                    <a:pt x="17092" y="1"/>
                  </a:ln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2557;p87">
              <a:extLst>
                <a:ext uri="{FF2B5EF4-FFF2-40B4-BE49-F238E27FC236}">
                  <a16:creationId xmlns:a16="http://schemas.microsoft.com/office/drawing/2014/main" id="{8BFC1A42-5564-5512-3D93-5AFC8BF862E2}"/>
                </a:ext>
              </a:extLst>
            </p:cNvPr>
            <p:cNvSpPr/>
            <p:nvPr/>
          </p:nvSpPr>
          <p:spPr>
            <a:xfrm>
              <a:off x="2213600" y="2768150"/>
              <a:ext cx="427325" cy="31775"/>
            </a:xfrm>
            <a:custGeom>
              <a:avLst/>
              <a:gdLst/>
              <a:ahLst/>
              <a:cxnLst/>
              <a:rect l="l" t="t" r="r" b="b"/>
              <a:pathLst>
                <a:path w="17093" h="1271" extrusionOk="0">
                  <a:moveTo>
                    <a:pt x="1" y="1"/>
                  </a:moveTo>
                  <a:lnTo>
                    <a:pt x="1" y="1271"/>
                  </a:lnTo>
                  <a:lnTo>
                    <a:pt x="17092" y="1271"/>
                  </a:lnTo>
                  <a:lnTo>
                    <a:pt x="17092" y="1"/>
                  </a:ln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2558;p87">
              <a:extLst>
                <a:ext uri="{FF2B5EF4-FFF2-40B4-BE49-F238E27FC236}">
                  <a16:creationId xmlns:a16="http://schemas.microsoft.com/office/drawing/2014/main" id="{83B93C40-D33F-7C89-5CFA-00C4F4E5203C}"/>
                </a:ext>
              </a:extLst>
            </p:cNvPr>
            <p:cNvSpPr/>
            <p:nvPr/>
          </p:nvSpPr>
          <p:spPr>
            <a:xfrm>
              <a:off x="2625275" y="2679375"/>
              <a:ext cx="31775" cy="209350"/>
            </a:xfrm>
            <a:custGeom>
              <a:avLst/>
              <a:gdLst/>
              <a:ahLst/>
              <a:cxnLst/>
              <a:rect l="l" t="t" r="r" b="b"/>
              <a:pathLst>
                <a:path w="1271" h="8374" extrusionOk="0">
                  <a:moveTo>
                    <a:pt x="1" y="0"/>
                  </a:moveTo>
                  <a:lnTo>
                    <a:pt x="1" y="8373"/>
                  </a:lnTo>
                  <a:lnTo>
                    <a:pt x="1271" y="8373"/>
                  </a:lnTo>
                  <a:lnTo>
                    <a:pt x="1271" y="0"/>
                  </a:ln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2559;p87">
              <a:extLst>
                <a:ext uri="{FF2B5EF4-FFF2-40B4-BE49-F238E27FC236}">
                  <a16:creationId xmlns:a16="http://schemas.microsoft.com/office/drawing/2014/main" id="{900050B3-6349-3BB6-761B-81AAD0323A01}"/>
                </a:ext>
              </a:extLst>
            </p:cNvPr>
            <p:cNvSpPr/>
            <p:nvPr/>
          </p:nvSpPr>
          <p:spPr>
            <a:xfrm>
              <a:off x="4423200" y="1896925"/>
              <a:ext cx="1637025" cy="94725"/>
            </a:xfrm>
            <a:custGeom>
              <a:avLst/>
              <a:gdLst/>
              <a:ahLst/>
              <a:cxnLst/>
              <a:rect l="l" t="t" r="r" b="b"/>
              <a:pathLst>
                <a:path w="65481" h="3789" extrusionOk="0">
                  <a:moveTo>
                    <a:pt x="0" y="0"/>
                  </a:moveTo>
                  <a:lnTo>
                    <a:pt x="0" y="3789"/>
                  </a:lnTo>
                  <a:lnTo>
                    <a:pt x="65481" y="3789"/>
                  </a:lnTo>
                  <a:lnTo>
                    <a:pt x="65481" y="0"/>
                  </a:lnTo>
                  <a:close/>
                </a:path>
              </a:pathLst>
            </a:custGeom>
            <a:solidFill>
              <a:srgbClr val="0068E8">
                <a:alpha val="40000"/>
              </a:srgbClr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2560;p87">
              <a:extLst>
                <a:ext uri="{FF2B5EF4-FFF2-40B4-BE49-F238E27FC236}">
                  <a16:creationId xmlns:a16="http://schemas.microsoft.com/office/drawing/2014/main" id="{5EB3049A-7A50-6831-6A3E-C4ADD06A66EC}"/>
                </a:ext>
              </a:extLst>
            </p:cNvPr>
            <p:cNvSpPr/>
            <p:nvPr/>
          </p:nvSpPr>
          <p:spPr>
            <a:xfrm>
              <a:off x="6622025" y="3603875"/>
              <a:ext cx="456900" cy="243250"/>
            </a:xfrm>
            <a:custGeom>
              <a:avLst/>
              <a:gdLst/>
              <a:ahLst/>
              <a:cxnLst/>
              <a:rect l="l" t="t" r="r" b="b"/>
              <a:pathLst>
                <a:path w="18276" h="9730" extrusionOk="0">
                  <a:moveTo>
                    <a:pt x="3789" y="0"/>
                  </a:moveTo>
                  <a:lnTo>
                    <a:pt x="0" y="9730"/>
                  </a:lnTo>
                  <a:lnTo>
                    <a:pt x="1292" y="9730"/>
                  </a:lnTo>
                  <a:lnTo>
                    <a:pt x="5102" y="0"/>
                  </a:lnTo>
                  <a:close/>
                  <a:moveTo>
                    <a:pt x="8201" y="0"/>
                  </a:moveTo>
                  <a:lnTo>
                    <a:pt x="4413" y="9730"/>
                  </a:lnTo>
                  <a:lnTo>
                    <a:pt x="5704" y="9730"/>
                  </a:lnTo>
                  <a:lnTo>
                    <a:pt x="9493" y="0"/>
                  </a:lnTo>
                  <a:close/>
                  <a:moveTo>
                    <a:pt x="12592" y="0"/>
                  </a:moveTo>
                  <a:lnTo>
                    <a:pt x="8804" y="9730"/>
                  </a:lnTo>
                  <a:lnTo>
                    <a:pt x="10096" y="9730"/>
                  </a:lnTo>
                  <a:lnTo>
                    <a:pt x="13884" y="0"/>
                  </a:lnTo>
                  <a:close/>
                  <a:moveTo>
                    <a:pt x="16984" y="0"/>
                  </a:moveTo>
                  <a:lnTo>
                    <a:pt x="13195" y="9730"/>
                  </a:lnTo>
                  <a:lnTo>
                    <a:pt x="14487" y="9730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68E8">
                <a:alpha val="40000"/>
              </a:srgbClr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2561;p87">
              <a:extLst>
                <a:ext uri="{FF2B5EF4-FFF2-40B4-BE49-F238E27FC236}">
                  <a16:creationId xmlns:a16="http://schemas.microsoft.com/office/drawing/2014/main" id="{F6B531D4-D8FB-8C2D-0517-EC140C46CBE3}"/>
                </a:ext>
              </a:extLst>
            </p:cNvPr>
            <p:cNvSpPr/>
            <p:nvPr/>
          </p:nvSpPr>
          <p:spPr>
            <a:xfrm>
              <a:off x="2403575" y="1662850"/>
              <a:ext cx="1733350" cy="281450"/>
            </a:xfrm>
            <a:custGeom>
              <a:avLst/>
              <a:gdLst/>
              <a:ahLst/>
              <a:cxnLst/>
              <a:rect l="l" t="t" r="r" b="b"/>
              <a:pathLst>
                <a:path w="69334" h="11258" extrusionOk="0">
                  <a:moveTo>
                    <a:pt x="0" y="0"/>
                  </a:moveTo>
                  <a:lnTo>
                    <a:pt x="0" y="11258"/>
                  </a:lnTo>
                  <a:lnTo>
                    <a:pt x="69334" y="11258"/>
                  </a:lnTo>
                  <a:lnTo>
                    <a:pt x="69334" y="0"/>
                  </a:lnTo>
                  <a:close/>
                </a:path>
              </a:pathLst>
            </a:custGeom>
            <a:solidFill>
              <a:srgbClr val="0068E8">
                <a:alpha val="40000"/>
              </a:srgbClr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2562;p87">
              <a:extLst>
                <a:ext uri="{FF2B5EF4-FFF2-40B4-BE49-F238E27FC236}">
                  <a16:creationId xmlns:a16="http://schemas.microsoft.com/office/drawing/2014/main" id="{8225701B-C67F-9AA8-12EF-78EFCFBB166D}"/>
                </a:ext>
              </a:extLst>
            </p:cNvPr>
            <p:cNvSpPr/>
            <p:nvPr/>
          </p:nvSpPr>
          <p:spPr>
            <a:xfrm>
              <a:off x="380175" y="1787675"/>
              <a:ext cx="6995250" cy="1992725"/>
            </a:xfrm>
            <a:custGeom>
              <a:avLst/>
              <a:gdLst/>
              <a:ahLst/>
              <a:cxnLst/>
              <a:rect l="l" t="t" r="r" b="b"/>
              <a:pathLst>
                <a:path w="279810" h="79709" extrusionOk="0">
                  <a:moveTo>
                    <a:pt x="208819" y="1271"/>
                  </a:moveTo>
                  <a:lnTo>
                    <a:pt x="231098" y="23549"/>
                  </a:lnTo>
                  <a:lnTo>
                    <a:pt x="270812" y="23549"/>
                  </a:lnTo>
                  <a:lnTo>
                    <a:pt x="278540" y="31277"/>
                  </a:lnTo>
                  <a:lnTo>
                    <a:pt x="278540" y="72498"/>
                  </a:lnTo>
                  <a:lnTo>
                    <a:pt x="272599" y="78439"/>
                  </a:lnTo>
                  <a:lnTo>
                    <a:pt x="7212" y="78439"/>
                  </a:lnTo>
                  <a:lnTo>
                    <a:pt x="1271" y="72498"/>
                  </a:lnTo>
                  <a:lnTo>
                    <a:pt x="1271" y="7212"/>
                  </a:lnTo>
                  <a:lnTo>
                    <a:pt x="7212" y="1271"/>
                  </a:lnTo>
                  <a:close/>
                  <a:moveTo>
                    <a:pt x="6695" y="1"/>
                  </a:moveTo>
                  <a:lnTo>
                    <a:pt x="1" y="6695"/>
                  </a:lnTo>
                  <a:lnTo>
                    <a:pt x="1" y="73014"/>
                  </a:lnTo>
                  <a:lnTo>
                    <a:pt x="6695" y="79709"/>
                  </a:lnTo>
                  <a:lnTo>
                    <a:pt x="273115" y="79709"/>
                  </a:lnTo>
                  <a:lnTo>
                    <a:pt x="279810" y="73014"/>
                  </a:lnTo>
                  <a:lnTo>
                    <a:pt x="279810" y="30782"/>
                  </a:lnTo>
                  <a:lnTo>
                    <a:pt x="271329" y="22279"/>
                  </a:lnTo>
                  <a:lnTo>
                    <a:pt x="231636" y="22279"/>
                  </a:lnTo>
                  <a:lnTo>
                    <a:pt x="209357" y="1"/>
                  </a:ln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2563;p87">
              <a:extLst>
                <a:ext uri="{FF2B5EF4-FFF2-40B4-BE49-F238E27FC236}">
                  <a16:creationId xmlns:a16="http://schemas.microsoft.com/office/drawing/2014/main" id="{87ABD9C4-542F-22FC-B3D4-0841A5641C06}"/>
                </a:ext>
              </a:extLst>
            </p:cNvPr>
            <p:cNvSpPr/>
            <p:nvPr/>
          </p:nvSpPr>
          <p:spPr>
            <a:xfrm>
              <a:off x="238125" y="1961500"/>
              <a:ext cx="62975" cy="789475"/>
            </a:xfrm>
            <a:custGeom>
              <a:avLst/>
              <a:gdLst/>
              <a:ahLst/>
              <a:cxnLst/>
              <a:rect l="l" t="t" r="r" b="b"/>
              <a:pathLst>
                <a:path w="2519" h="31579" extrusionOk="0">
                  <a:moveTo>
                    <a:pt x="0" y="1"/>
                  </a:moveTo>
                  <a:lnTo>
                    <a:pt x="0" y="883"/>
                  </a:lnTo>
                  <a:lnTo>
                    <a:pt x="2518" y="883"/>
                  </a:lnTo>
                  <a:lnTo>
                    <a:pt x="2518" y="1"/>
                  </a:lnTo>
                  <a:close/>
                  <a:moveTo>
                    <a:pt x="0" y="3401"/>
                  </a:moveTo>
                  <a:lnTo>
                    <a:pt x="0" y="4284"/>
                  </a:lnTo>
                  <a:lnTo>
                    <a:pt x="2518" y="4284"/>
                  </a:lnTo>
                  <a:lnTo>
                    <a:pt x="2518" y="3401"/>
                  </a:lnTo>
                  <a:close/>
                  <a:moveTo>
                    <a:pt x="0" y="6824"/>
                  </a:moveTo>
                  <a:lnTo>
                    <a:pt x="0" y="7707"/>
                  </a:lnTo>
                  <a:lnTo>
                    <a:pt x="2518" y="7707"/>
                  </a:lnTo>
                  <a:lnTo>
                    <a:pt x="2518" y="6824"/>
                  </a:lnTo>
                  <a:close/>
                  <a:moveTo>
                    <a:pt x="0" y="10225"/>
                  </a:moveTo>
                  <a:lnTo>
                    <a:pt x="0" y="11108"/>
                  </a:lnTo>
                  <a:lnTo>
                    <a:pt x="2518" y="11108"/>
                  </a:lnTo>
                  <a:lnTo>
                    <a:pt x="2518" y="10225"/>
                  </a:lnTo>
                  <a:close/>
                  <a:moveTo>
                    <a:pt x="0" y="13626"/>
                  </a:moveTo>
                  <a:lnTo>
                    <a:pt x="0" y="14530"/>
                  </a:lnTo>
                  <a:lnTo>
                    <a:pt x="2518" y="14530"/>
                  </a:lnTo>
                  <a:lnTo>
                    <a:pt x="2518" y="13626"/>
                  </a:lnTo>
                  <a:close/>
                  <a:moveTo>
                    <a:pt x="0" y="17048"/>
                  </a:moveTo>
                  <a:lnTo>
                    <a:pt x="0" y="17931"/>
                  </a:lnTo>
                  <a:lnTo>
                    <a:pt x="2518" y="17931"/>
                  </a:lnTo>
                  <a:lnTo>
                    <a:pt x="2518" y="17048"/>
                  </a:lnTo>
                  <a:close/>
                  <a:moveTo>
                    <a:pt x="0" y="20449"/>
                  </a:moveTo>
                  <a:lnTo>
                    <a:pt x="0" y="21332"/>
                  </a:lnTo>
                  <a:lnTo>
                    <a:pt x="2518" y="21332"/>
                  </a:lnTo>
                  <a:lnTo>
                    <a:pt x="2518" y="20449"/>
                  </a:lnTo>
                  <a:close/>
                  <a:moveTo>
                    <a:pt x="0" y="23872"/>
                  </a:moveTo>
                  <a:lnTo>
                    <a:pt x="0" y="24755"/>
                  </a:lnTo>
                  <a:lnTo>
                    <a:pt x="2518" y="24755"/>
                  </a:lnTo>
                  <a:lnTo>
                    <a:pt x="2518" y="23872"/>
                  </a:lnTo>
                  <a:close/>
                  <a:moveTo>
                    <a:pt x="0" y="27273"/>
                  </a:moveTo>
                  <a:lnTo>
                    <a:pt x="0" y="28155"/>
                  </a:lnTo>
                  <a:lnTo>
                    <a:pt x="2518" y="28155"/>
                  </a:lnTo>
                  <a:lnTo>
                    <a:pt x="2518" y="27273"/>
                  </a:lnTo>
                  <a:close/>
                  <a:moveTo>
                    <a:pt x="0" y="30695"/>
                  </a:moveTo>
                  <a:lnTo>
                    <a:pt x="0" y="31578"/>
                  </a:lnTo>
                  <a:lnTo>
                    <a:pt x="2518" y="31578"/>
                  </a:lnTo>
                  <a:lnTo>
                    <a:pt x="2518" y="30695"/>
                  </a:ln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2564;p87">
              <a:extLst>
                <a:ext uri="{FF2B5EF4-FFF2-40B4-BE49-F238E27FC236}">
                  <a16:creationId xmlns:a16="http://schemas.microsoft.com/office/drawing/2014/main" id="{A21D21E9-5730-3344-E232-8DC4A800300B}"/>
                </a:ext>
              </a:extLst>
            </p:cNvPr>
            <p:cNvSpPr/>
            <p:nvPr/>
          </p:nvSpPr>
          <p:spPr>
            <a:xfrm>
              <a:off x="805300" y="1857650"/>
              <a:ext cx="388025" cy="332050"/>
            </a:xfrm>
            <a:custGeom>
              <a:avLst/>
              <a:gdLst/>
              <a:ahLst/>
              <a:cxnLst/>
              <a:rect l="l" t="t" r="r" b="b"/>
              <a:pathLst>
                <a:path w="15521" h="13282" extrusionOk="0">
                  <a:moveTo>
                    <a:pt x="13885" y="0"/>
                  </a:moveTo>
                  <a:cubicBezTo>
                    <a:pt x="8525" y="2583"/>
                    <a:pt x="3789" y="6286"/>
                    <a:pt x="1" y="10849"/>
                  </a:cubicBezTo>
                  <a:lnTo>
                    <a:pt x="2907" y="13281"/>
                  </a:lnTo>
                  <a:cubicBezTo>
                    <a:pt x="6351" y="9127"/>
                    <a:pt x="10656" y="5747"/>
                    <a:pt x="15521" y="3401"/>
                  </a:cubicBezTo>
                  <a:lnTo>
                    <a:pt x="13885" y="0"/>
                  </a:lnTo>
                  <a:close/>
                </a:path>
              </a:pathLst>
            </a:custGeom>
            <a:solidFill>
              <a:srgbClr val="0068E8">
                <a:alpha val="40000"/>
              </a:srgbClr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2565;p87">
              <a:extLst>
                <a:ext uri="{FF2B5EF4-FFF2-40B4-BE49-F238E27FC236}">
                  <a16:creationId xmlns:a16="http://schemas.microsoft.com/office/drawing/2014/main" id="{2099F4F9-BC12-809E-99AC-FD10F91D42E7}"/>
                </a:ext>
              </a:extLst>
            </p:cNvPr>
            <p:cNvSpPr/>
            <p:nvPr/>
          </p:nvSpPr>
          <p:spPr>
            <a:xfrm>
              <a:off x="728350" y="3848725"/>
              <a:ext cx="3064700" cy="183525"/>
            </a:xfrm>
            <a:custGeom>
              <a:avLst/>
              <a:gdLst/>
              <a:ahLst/>
              <a:cxnLst/>
              <a:rect l="l" t="t" r="r" b="b"/>
              <a:pathLst>
                <a:path w="122588" h="7341" extrusionOk="0">
                  <a:moveTo>
                    <a:pt x="1" y="0"/>
                  </a:moveTo>
                  <a:lnTo>
                    <a:pt x="1" y="7341"/>
                  </a:lnTo>
                  <a:lnTo>
                    <a:pt x="1572" y="7341"/>
                  </a:lnTo>
                  <a:lnTo>
                    <a:pt x="1572" y="0"/>
                  </a:lnTo>
                  <a:close/>
                  <a:moveTo>
                    <a:pt x="3036" y="0"/>
                  </a:moveTo>
                  <a:lnTo>
                    <a:pt x="3036" y="7341"/>
                  </a:lnTo>
                  <a:lnTo>
                    <a:pt x="4586" y="7341"/>
                  </a:lnTo>
                  <a:lnTo>
                    <a:pt x="4586" y="0"/>
                  </a:lnTo>
                  <a:close/>
                  <a:moveTo>
                    <a:pt x="6049" y="0"/>
                  </a:moveTo>
                  <a:lnTo>
                    <a:pt x="6049" y="7341"/>
                  </a:lnTo>
                  <a:lnTo>
                    <a:pt x="7621" y="7341"/>
                  </a:lnTo>
                  <a:lnTo>
                    <a:pt x="7621" y="0"/>
                  </a:lnTo>
                  <a:close/>
                  <a:moveTo>
                    <a:pt x="9084" y="0"/>
                  </a:moveTo>
                  <a:lnTo>
                    <a:pt x="9084" y="7341"/>
                  </a:lnTo>
                  <a:lnTo>
                    <a:pt x="10634" y="7341"/>
                  </a:lnTo>
                  <a:lnTo>
                    <a:pt x="10634" y="0"/>
                  </a:lnTo>
                  <a:close/>
                  <a:moveTo>
                    <a:pt x="12119" y="0"/>
                  </a:moveTo>
                  <a:lnTo>
                    <a:pt x="12119" y="7341"/>
                  </a:lnTo>
                  <a:lnTo>
                    <a:pt x="13669" y="7341"/>
                  </a:lnTo>
                  <a:lnTo>
                    <a:pt x="13669" y="0"/>
                  </a:lnTo>
                  <a:close/>
                  <a:moveTo>
                    <a:pt x="15133" y="0"/>
                  </a:moveTo>
                  <a:lnTo>
                    <a:pt x="15133" y="7341"/>
                  </a:lnTo>
                  <a:lnTo>
                    <a:pt x="16704" y="7341"/>
                  </a:lnTo>
                  <a:lnTo>
                    <a:pt x="16704" y="0"/>
                  </a:lnTo>
                  <a:close/>
                  <a:moveTo>
                    <a:pt x="18168" y="0"/>
                  </a:moveTo>
                  <a:lnTo>
                    <a:pt x="18168" y="7341"/>
                  </a:lnTo>
                  <a:lnTo>
                    <a:pt x="19718" y="7341"/>
                  </a:lnTo>
                  <a:lnTo>
                    <a:pt x="19718" y="0"/>
                  </a:lnTo>
                  <a:close/>
                  <a:moveTo>
                    <a:pt x="21182" y="0"/>
                  </a:moveTo>
                  <a:lnTo>
                    <a:pt x="21182" y="7341"/>
                  </a:lnTo>
                  <a:lnTo>
                    <a:pt x="22753" y="7341"/>
                  </a:lnTo>
                  <a:lnTo>
                    <a:pt x="22753" y="0"/>
                  </a:lnTo>
                  <a:close/>
                  <a:moveTo>
                    <a:pt x="24217" y="0"/>
                  </a:moveTo>
                  <a:lnTo>
                    <a:pt x="24217" y="7341"/>
                  </a:lnTo>
                  <a:lnTo>
                    <a:pt x="25767" y="7341"/>
                  </a:lnTo>
                  <a:lnTo>
                    <a:pt x="25767" y="0"/>
                  </a:lnTo>
                  <a:close/>
                  <a:moveTo>
                    <a:pt x="27230" y="0"/>
                  </a:moveTo>
                  <a:lnTo>
                    <a:pt x="27230" y="7341"/>
                  </a:lnTo>
                  <a:lnTo>
                    <a:pt x="28802" y="7341"/>
                  </a:lnTo>
                  <a:lnTo>
                    <a:pt x="28802" y="0"/>
                  </a:lnTo>
                  <a:close/>
                  <a:moveTo>
                    <a:pt x="30265" y="0"/>
                  </a:moveTo>
                  <a:lnTo>
                    <a:pt x="30265" y="7341"/>
                  </a:lnTo>
                  <a:lnTo>
                    <a:pt x="31815" y="7341"/>
                  </a:lnTo>
                  <a:lnTo>
                    <a:pt x="31815" y="0"/>
                  </a:lnTo>
                  <a:close/>
                  <a:moveTo>
                    <a:pt x="33300" y="0"/>
                  </a:moveTo>
                  <a:lnTo>
                    <a:pt x="33300" y="7341"/>
                  </a:lnTo>
                  <a:lnTo>
                    <a:pt x="34850" y="7341"/>
                  </a:lnTo>
                  <a:lnTo>
                    <a:pt x="34850" y="0"/>
                  </a:lnTo>
                  <a:close/>
                  <a:moveTo>
                    <a:pt x="36314" y="0"/>
                  </a:moveTo>
                  <a:lnTo>
                    <a:pt x="36314" y="7341"/>
                  </a:lnTo>
                  <a:lnTo>
                    <a:pt x="37885" y="7341"/>
                  </a:lnTo>
                  <a:lnTo>
                    <a:pt x="37885" y="0"/>
                  </a:lnTo>
                  <a:close/>
                  <a:moveTo>
                    <a:pt x="39349" y="0"/>
                  </a:moveTo>
                  <a:lnTo>
                    <a:pt x="39349" y="7341"/>
                  </a:lnTo>
                  <a:lnTo>
                    <a:pt x="40899" y="7341"/>
                  </a:lnTo>
                  <a:lnTo>
                    <a:pt x="40899" y="0"/>
                  </a:lnTo>
                  <a:close/>
                  <a:moveTo>
                    <a:pt x="42363" y="0"/>
                  </a:moveTo>
                  <a:lnTo>
                    <a:pt x="42363" y="7341"/>
                  </a:lnTo>
                  <a:lnTo>
                    <a:pt x="43934" y="7341"/>
                  </a:lnTo>
                  <a:lnTo>
                    <a:pt x="43934" y="0"/>
                  </a:lnTo>
                  <a:close/>
                  <a:moveTo>
                    <a:pt x="45398" y="0"/>
                  </a:moveTo>
                  <a:lnTo>
                    <a:pt x="45398" y="7341"/>
                  </a:lnTo>
                  <a:lnTo>
                    <a:pt x="46948" y="7341"/>
                  </a:lnTo>
                  <a:lnTo>
                    <a:pt x="46948" y="0"/>
                  </a:lnTo>
                  <a:close/>
                  <a:moveTo>
                    <a:pt x="48411" y="0"/>
                  </a:moveTo>
                  <a:lnTo>
                    <a:pt x="48411" y="7341"/>
                  </a:lnTo>
                  <a:lnTo>
                    <a:pt x="49983" y="7341"/>
                  </a:lnTo>
                  <a:lnTo>
                    <a:pt x="49983" y="0"/>
                  </a:lnTo>
                  <a:close/>
                  <a:moveTo>
                    <a:pt x="51446" y="0"/>
                  </a:moveTo>
                  <a:lnTo>
                    <a:pt x="51446" y="7341"/>
                  </a:lnTo>
                  <a:lnTo>
                    <a:pt x="52996" y="7341"/>
                  </a:lnTo>
                  <a:lnTo>
                    <a:pt x="52996" y="0"/>
                  </a:lnTo>
                  <a:close/>
                  <a:moveTo>
                    <a:pt x="54482" y="0"/>
                  </a:moveTo>
                  <a:lnTo>
                    <a:pt x="54482" y="7341"/>
                  </a:lnTo>
                  <a:lnTo>
                    <a:pt x="56031" y="7341"/>
                  </a:lnTo>
                  <a:lnTo>
                    <a:pt x="56031" y="0"/>
                  </a:lnTo>
                  <a:close/>
                  <a:moveTo>
                    <a:pt x="57495" y="0"/>
                  </a:moveTo>
                  <a:lnTo>
                    <a:pt x="57495" y="7341"/>
                  </a:lnTo>
                  <a:lnTo>
                    <a:pt x="59045" y="7341"/>
                  </a:lnTo>
                  <a:lnTo>
                    <a:pt x="59045" y="0"/>
                  </a:lnTo>
                  <a:close/>
                  <a:moveTo>
                    <a:pt x="60530" y="0"/>
                  </a:moveTo>
                  <a:lnTo>
                    <a:pt x="60530" y="7341"/>
                  </a:lnTo>
                  <a:lnTo>
                    <a:pt x="62080" y="7341"/>
                  </a:lnTo>
                  <a:lnTo>
                    <a:pt x="62080" y="0"/>
                  </a:lnTo>
                  <a:close/>
                  <a:moveTo>
                    <a:pt x="63544" y="0"/>
                  </a:moveTo>
                  <a:lnTo>
                    <a:pt x="63544" y="7341"/>
                  </a:lnTo>
                  <a:lnTo>
                    <a:pt x="65115" y="7341"/>
                  </a:lnTo>
                  <a:lnTo>
                    <a:pt x="65115" y="0"/>
                  </a:lnTo>
                  <a:close/>
                  <a:moveTo>
                    <a:pt x="66579" y="0"/>
                  </a:moveTo>
                  <a:lnTo>
                    <a:pt x="66579" y="7341"/>
                  </a:lnTo>
                  <a:lnTo>
                    <a:pt x="68129" y="7341"/>
                  </a:lnTo>
                  <a:lnTo>
                    <a:pt x="68129" y="0"/>
                  </a:lnTo>
                  <a:close/>
                  <a:moveTo>
                    <a:pt x="69592" y="0"/>
                  </a:moveTo>
                  <a:lnTo>
                    <a:pt x="69592" y="7341"/>
                  </a:lnTo>
                  <a:lnTo>
                    <a:pt x="71164" y="7341"/>
                  </a:lnTo>
                  <a:lnTo>
                    <a:pt x="71164" y="0"/>
                  </a:lnTo>
                  <a:close/>
                  <a:moveTo>
                    <a:pt x="72627" y="0"/>
                  </a:moveTo>
                  <a:lnTo>
                    <a:pt x="72627" y="7341"/>
                  </a:lnTo>
                  <a:lnTo>
                    <a:pt x="74177" y="7341"/>
                  </a:lnTo>
                  <a:lnTo>
                    <a:pt x="74177" y="0"/>
                  </a:lnTo>
                  <a:close/>
                  <a:moveTo>
                    <a:pt x="75641" y="0"/>
                  </a:moveTo>
                  <a:lnTo>
                    <a:pt x="75641" y="7341"/>
                  </a:lnTo>
                  <a:lnTo>
                    <a:pt x="77191" y="7341"/>
                  </a:lnTo>
                  <a:lnTo>
                    <a:pt x="77212" y="0"/>
                  </a:lnTo>
                  <a:close/>
                  <a:moveTo>
                    <a:pt x="78676" y="0"/>
                  </a:moveTo>
                  <a:lnTo>
                    <a:pt x="78676" y="7341"/>
                  </a:lnTo>
                  <a:lnTo>
                    <a:pt x="80226" y="7341"/>
                  </a:lnTo>
                  <a:lnTo>
                    <a:pt x="80226" y="0"/>
                  </a:lnTo>
                  <a:close/>
                  <a:moveTo>
                    <a:pt x="81711" y="0"/>
                  </a:moveTo>
                  <a:lnTo>
                    <a:pt x="81711" y="7341"/>
                  </a:lnTo>
                  <a:lnTo>
                    <a:pt x="83261" y="7341"/>
                  </a:lnTo>
                  <a:lnTo>
                    <a:pt x="83261" y="0"/>
                  </a:lnTo>
                  <a:close/>
                  <a:moveTo>
                    <a:pt x="84725" y="0"/>
                  </a:moveTo>
                  <a:lnTo>
                    <a:pt x="84725" y="7341"/>
                  </a:lnTo>
                  <a:lnTo>
                    <a:pt x="86296" y="7341"/>
                  </a:lnTo>
                  <a:lnTo>
                    <a:pt x="86296" y="0"/>
                  </a:lnTo>
                  <a:close/>
                  <a:moveTo>
                    <a:pt x="87760" y="0"/>
                  </a:moveTo>
                  <a:lnTo>
                    <a:pt x="87760" y="7341"/>
                  </a:lnTo>
                  <a:lnTo>
                    <a:pt x="89310" y="7341"/>
                  </a:lnTo>
                  <a:lnTo>
                    <a:pt x="89310" y="0"/>
                  </a:lnTo>
                  <a:close/>
                  <a:moveTo>
                    <a:pt x="90773" y="0"/>
                  </a:moveTo>
                  <a:lnTo>
                    <a:pt x="90773" y="7341"/>
                  </a:lnTo>
                  <a:lnTo>
                    <a:pt x="92345" y="7341"/>
                  </a:lnTo>
                  <a:lnTo>
                    <a:pt x="92345" y="0"/>
                  </a:lnTo>
                  <a:close/>
                  <a:moveTo>
                    <a:pt x="93808" y="0"/>
                  </a:moveTo>
                  <a:lnTo>
                    <a:pt x="93808" y="7341"/>
                  </a:lnTo>
                  <a:lnTo>
                    <a:pt x="95358" y="7341"/>
                  </a:lnTo>
                  <a:lnTo>
                    <a:pt x="95358" y="0"/>
                  </a:lnTo>
                  <a:close/>
                  <a:moveTo>
                    <a:pt x="96822" y="0"/>
                  </a:moveTo>
                  <a:lnTo>
                    <a:pt x="96822" y="7341"/>
                  </a:lnTo>
                  <a:lnTo>
                    <a:pt x="98393" y="7341"/>
                  </a:lnTo>
                  <a:lnTo>
                    <a:pt x="98393" y="0"/>
                  </a:lnTo>
                  <a:close/>
                  <a:moveTo>
                    <a:pt x="99857" y="0"/>
                  </a:moveTo>
                  <a:lnTo>
                    <a:pt x="99857" y="7341"/>
                  </a:lnTo>
                  <a:lnTo>
                    <a:pt x="101407" y="7341"/>
                  </a:lnTo>
                  <a:lnTo>
                    <a:pt x="101407" y="0"/>
                  </a:lnTo>
                  <a:close/>
                  <a:moveTo>
                    <a:pt x="102871" y="0"/>
                  </a:moveTo>
                  <a:lnTo>
                    <a:pt x="102871" y="7341"/>
                  </a:lnTo>
                  <a:lnTo>
                    <a:pt x="104442" y="7341"/>
                  </a:lnTo>
                  <a:lnTo>
                    <a:pt x="104442" y="0"/>
                  </a:lnTo>
                  <a:close/>
                  <a:moveTo>
                    <a:pt x="105906" y="0"/>
                  </a:moveTo>
                  <a:lnTo>
                    <a:pt x="105906" y="7341"/>
                  </a:lnTo>
                  <a:lnTo>
                    <a:pt x="107456" y="7341"/>
                  </a:lnTo>
                  <a:lnTo>
                    <a:pt x="107456" y="0"/>
                  </a:lnTo>
                  <a:close/>
                  <a:moveTo>
                    <a:pt x="108919" y="0"/>
                  </a:moveTo>
                  <a:lnTo>
                    <a:pt x="108919" y="7341"/>
                  </a:lnTo>
                  <a:lnTo>
                    <a:pt x="110491" y="7341"/>
                  </a:lnTo>
                  <a:lnTo>
                    <a:pt x="110491" y="0"/>
                  </a:lnTo>
                  <a:close/>
                  <a:moveTo>
                    <a:pt x="111976" y="0"/>
                  </a:moveTo>
                  <a:lnTo>
                    <a:pt x="111976" y="7341"/>
                  </a:lnTo>
                  <a:lnTo>
                    <a:pt x="113526" y="7341"/>
                  </a:lnTo>
                  <a:lnTo>
                    <a:pt x="113504" y="0"/>
                  </a:lnTo>
                  <a:close/>
                  <a:moveTo>
                    <a:pt x="114989" y="0"/>
                  </a:moveTo>
                  <a:lnTo>
                    <a:pt x="114989" y="7341"/>
                  </a:lnTo>
                  <a:lnTo>
                    <a:pt x="116539" y="7341"/>
                  </a:lnTo>
                  <a:lnTo>
                    <a:pt x="116539" y="0"/>
                  </a:lnTo>
                  <a:close/>
                  <a:moveTo>
                    <a:pt x="118003" y="0"/>
                  </a:moveTo>
                  <a:lnTo>
                    <a:pt x="118003" y="7341"/>
                  </a:lnTo>
                  <a:lnTo>
                    <a:pt x="119574" y="7341"/>
                  </a:lnTo>
                  <a:lnTo>
                    <a:pt x="119574" y="0"/>
                  </a:lnTo>
                  <a:close/>
                  <a:moveTo>
                    <a:pt x="121038" y="0"/>
                  </a:moveTo>
                  <a:lnTo>
                    <a:pt x="121038" y="7341"/>
                  </a:lnTo>
                  <a:lnTo>
                    <a:pt x="122588" y="7341"/>
                  </a:lnTo>
                  <a:lnTo>
                    <a:pt x="122588" y="0"/>
                  </a:lnTo>
                  <a:close/>
                </a:path>
              </a:pathLst>
            </a:custGeom>
            <a:solidFill>
              <a:srgbClr val="0068E8">
                <a:alpha val="40000"/>
              </a:srgbClr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2566;p87">
              <a:extLst>
                <a:ext uri="{FF2B5EF4-FFF2-40B4-BE49-F238E27FC236}">
                  <a16:creationId xmlns:a16="http://schemas.microsoft.com/office/drawing/2014/main" id="{8AB09EFE-B504-3499-A193-70B703684EEB}"/>
                </a:ext>
              </a:extLst>
            </p:cNvPr>
            <p:cNvSpPr/>
            <p:nvPr/>
          </p:nvSpPr>
          <p:spPr>
            <a:xfrm>
              <a:off x="3877525" y="3848175"/>
              <a:ext cx="1971750" cy="31775"/>
            </a:xfrm>
            <a:custGeom>
              <a:avLst/>
              <a:gdLst/>
              <a:ahLst/>
              <a:cxnLst/>
              <a:rect l="l" t="t" r="r" b="b"/>
              <a:pathLst>
                <a:path w="78870" h="1271" extrusionOk="0">
                  <a:moveTo>
                    <a:pt x="0" y="1"/>
                  </a:moveTo>
                  <a:lnTo>
                    <a:pt x="0" y="1271"/>
                  </a:lnTo>
                  <a:lnTo>
                    <a:pt x="78870" y="1271"/>
                  </a:lnTo>
                  <a:lnTo>
                    <a:pt x="78870" y="1"/>
                  </a:lnTo>
                  <a:close/>
                </a:path>
              </a:pathLst>
            </a:custGeom>
            <a:solidFill>
              <a:srgbClr val="0068E8">
                <a:alpha val="40000"/>
              </a:srgbClr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2567;p87">
              <a:extLst>
                <a:ext uri="{FF2B5EF4-FFF2-40B4-BE49-F238E27FC236}">
                  <a16:creationId xmlns:a16="http://schemas.microsoft.com/office/drawing/2014/main" id="{6BB04F44-1D67-942D-7EEF-B13840F77838}"/>
                </a:ext>
              </a:extLst>
            </p:cNvPr>
            <p:cNvSpPr/>
            <p:nvPr/>
          </p:nvSpPr>
          <p:spPr>
            <a:xfrm>
              <a:off x="858050" y="2044375"/>
              <a:ext cx="1478825" cy="1479350"/>
            </a:xfrm>
            <a:custGeom>
              <a:avLst/>
              <a:gdLst/>
              <a:ahLst/>
              <a:cxnLst/>
              <a:rect l="l" t="t" r="r" b="b"/>
              <a:pathLst>
                <a:path w="59153" h="59174" extrusionOk="0">
                  <a:moveTo>
                    <a:pt x="29576" y="0"/>
                  </a:moveTo>
                  <a:lnTo>
                    <a:pt x="29576" y="1270"/>
                  </a:lnTo>
                  <a:lnTo>
                    <a:pt x="30071" y="1270"/>
                  </a:lnTo>
                  <a:lnTo>
                    <a:pt x="30093" y="0"/>
                  </a:lnTo>
                  <a:close/>
                  <a:moveTo>
                    <a:pt x="28285" y="22"/>
                  </a:moveTo>
                  <a:lnTo>
                    <a:pt x="27790" y="43"/>
                  </a:lnTo>
                  <a:lnTo>
                    <a:pt x="27854" y="1313"/>
                  </a:lnTo>
                  <a:lnTo>
                    <a:pt x="28349" y="1292"/>
                  </a:lnTo>
                  <a:lnTo>
                    <a:pt x="28285" y="22"/>
                  </a:lnTo>
                  <a:close/>
                  <a:moveTo>
                    <a:pt x="31384" y="65"/>
                  </a:moveTo>
                  <a:lnTo>
                    <a:pt x="31298" y="1313"/>
                  </a:lnTo>
                  <a:lnTo>
                    <a:pt x="31793" y="1356"/>
                  </a:lnTo>
                  <a:lnTo>
                    <a:pt x="31901" y="86"/>
                  </a:lnTo>
                  <a:lnTo>
                    <a:pt x="31384" y="65"/>
                  </a:lnTo>
                  <a:close/>
                  <a:moveTo>
                    <a:pt x="26520" y="151"/>
                  </a:moveTo>
                  <a:lnTo>
                    <a:pt x="26003" y="216"/>
                  </a:lnTo>
                  <a:lnTo>
                    <a:pt x="26154" y="1464"/>
                  </a:lnTo>
                  <a:lnTo>
                    <a:pt x="26649" y="1421"/>
                  </a:lnTo>
                  <a:lnTo>
                    <a:pt x="26520" y="151"/>
                  </a:lnTo>
                  <a:close/>
                  <a:moveTo>
                    <a:pt x="33192" y="216"/>
                  </a:moveTo>
                  <a:lnTo>
                    <a:pt x="33042" y="1464"/>
                  </a:lnTo>
                  <a:lnTo>
                    <a:pt x="33537" y="1529"/>
                  </a:lnTo>
                  <a:lnTo>
                    <a:pt x="33709" y="280"/>
                  </a:lnTo>
                  <a:lnTo>
                    <a:pt x="33192" y="216"/>
                  </a:lnTo>
                  <a:close/>
                  <a:moveTo>
                    <a:pt x="24711" y="388"/>
                  </a:moveTo>
                  <a:lnTo>
                    <a:pt x="24216" y="495"/>
                  </a:lnTo>
                  <a:lnTo>
                    <a:pt x="24453" y="1722"/>
                  </a:lnTo>
                  <a:lnTo>
                    <a:pt x="24927" y="1636"/>
                  </a:lnTo>
                  <a:lnTo>
                    <a:pt x="24711" y="388"/>
                  </a:lnTo>
                  <a:close/>
                  <a:moveTo>
                    <a:pt x="34979" y="474"/>
                  </a:moveTo>
                  <a:lnTo>
                    <a:pt x="34742" y="1722"/>
                  </a:lnTo>
                  <a:lnTo>
                    <a:pt x="35237" y="1809"/>
                  </a:lnTo>
                  <a:lnTo>
                    <a:pt x="35474" y="603"/>
                  </a:lnTo>
                  <a:lnTo>
                    <a:pt x="34979" y="474"/>
                  </a:lnTo>
                  <a:close/>
                  <a:moveTo>
                    <a:pt x="22968" y="732"/>
                  </a:moveTo>
                  <a:lnTo>
                    <a:pt x="22451" y="861"/>
                  </a:lnTo>
                  <a:lnTo>
                    <a:pt x="22753" y="2088"/>
                  </a:lnTo>
                  <a:lnTo>
                    <a:pt x="23226" y="1959"/>
                  </a:lnTo>
                  <a:lnTo>
                    <a:pt x="22968" y="732"/>
                  </a:lnTo>
                  <a:close/>
                  <a:moveTo>
                    <a:pt x="36744" y="861"/>
                  </a:moveTo>
                  <a:lnTo>
                    <a:pt x="36443" y="2088"/>
                  </a:lnTo>
                  <a:lnTo>
                    <a:pt x="36916" y="2217"/>
                  </a:lnTo>
                  <a:lnTo>
                    <a:pt x="37239" y="991"/>
                  </a:lnTo>
                  <a:lnTo>
                    <a:pt x="36744" y="861"/>
                  </a:lnTo>
                  <a:close/>
                  <a:moveTo>
                    <a:pt x="21203" y="1206"/>
                  </a:moveTo>
                  <a:lnTo>
                    <a:pt x="20708" y="1356"/>
                  </a:lnTo>
                  <a:lnTo>
                    <a:pt x="21074" y="2562"/>
                  </a:lnTo>
                  <a:lnTo>
                    <a:pt x="21569" y="2411"/>
                  </a:lnTo>
                  <a:lnTo>
                    <a:pt x="21203" y="1206"/>
                  </a:lnTo>
                  <a:close/>
                  <a:moveTo>
                    <a:pt x="38488" y="1378"/>
                  </a:moveTo>
                  <a:lnTo>
                    <a:pt x="38100" y="2583"/>
                  </a:lnTo>
                  <a:lnTo>
                    <a:pt x="38574" y="2734"/>
                  </a:lnTo>
                  <a:lnTo>
                    <a:pt x="38961" y="1529"/>
                  </a:lnTo>
                  <a:lnTo>
                    <a:pt x="38488" y="1378"/>
                  </a:lnTo>
                  <a:close/>
                  <a:moveTo>
                    <a:pt x="19481" y="1765"/>
                  </a:moveTo>
                  <a:lnTo>
                    <a:pt x="19007" y="1938"/>
                  </a:lnTo>
                  <a:lnTo>
                    <a:pt x="19459" y="3143"/>
                  </a:lnTo>
                  <a:lnTo>
                    <a:pt x="19933" y="2949"/>
                  </a:lnTo>
                  <a:lnTo>
                    <a:pt x="19481" y="1765"/>
                  </a:lnTo>
                  <a:close/>
                  <a:moveTo>
                    <a:pt x="40188" y="1959"/>
                  </a:moveTo>
                  <a:lnTo>
                    <a:pt x="39736" y="3143"/>
                  </a:lnTo>
                  <a:lnTo>
                    <a:pt x="40210" y="3337"/>
                  </a:lnTo>
                  <a:lnTo>
                    <a:pt x="40683" y="2153"/>
                  </a:lnTo>
                  <a:lnTo>
                    <a:pt x="40188" y="1959"/>
                  </a:lnTo>
                  <a:close/>
                  <a:moveTo>
                    <a:pt x="17823" y="2433"/>
                  </a:moveTo>
                  <a:lnTo>
                    <a:pt x="17350" y="2648"/>
                  </a:lnTo>
                  <a:lnTo>
                    <a:pt x="17866" y="3810"/>
                  </a:lnTo>
                  <a:lnTo>
                    <a:pt x="18318" y="3595"/>
                  </a:lnTo>
                  <a:lnTo>
                    <a:pt x="17823" y="2433"/>
                  </a:lnTo>
                  <a:close/>
                  <a:moveTo>
                    <a:pt x="41867" y="2670"/>
                  </a:moveTo>
                  <a:lnTo>
                    <a:pt x="41329" y="3810"/>
                  </a:lnTo>
                  <a:lnTo>
                    <a:pt x="41781" y="4026"/>
                  </a:lnTo>
                  <a:lnTo>
                    <a:pt x="42341" y="2885"/>
                  </a:lnTo>
                  <a:lnTo>
                    <a:pt x="41867" y="2670"/>
                  </a:lnTo>
                  <a:close/>
                  <a:moveTo>
                    <a:pt x="16187" y="3208"/>
                  </a:moveTo>
                  <a:lnTo>
                    <a:pt x="15735" y="3444"/>
                  </a:lnTo>
                  <a:lnTo>
                    <a:pt x="16317" y="4564"/>
                  </a:lnTo>
                  <a:lnTo>
                    <a:pt x="16769" y="4327"/>
                  </a:lnTo>
                  <a:lnTo>
                    <a:pt x="16187" y="3208"/>
                  </a:lnTo>
                  <a:close/>
                  <a:moveTo>
                    <a:pt x="43460" y="3466"/>
                  </a:moveTo>
                  <a:lnTo>
                    <a:pt x="42879" y="4564"/>
                  </a:lnTo>
                  <a:lnTo>
                    <a:pt x="43309" y="4801"/>
                  </a:lnTo>
                  <a:lnTo>
                    <a:pt x="43912" y="3703"/>
                  </a:lnTo>
                  <a:lnTo>
                    <a:pt x="43460" y="3466"/>
                  </a:lnTo>
                  <a:close/>
                  <a:moveTo>
                    <a:pt x="14595" y="4069"/>
                  </a:moveTo>
                  <a:lnTo>
                    <a:pt x="14164" y="4348"/>
                  </a:lnTo>
                  <a:lnTo>
                    <a:pt x="14831" y="5425"/>
                  </a:lnTo>
                  <a:lnTo>
                    <a:pt x="15240" y="5166"/>
                  </a:lnTo>
                  <a:lnTo>
                    <a:pt x="14595" y="4069"/>
                  </a:lnTo>
                  <a:close/>
                  <a:moveTo>
                    <a:pt x="45031" y="4348"/>
                  </a:moveTo>
                  <a:lnTo>
                    <a:pt x="44364" y="5425"/>
                  </a:lnTo>
                  <a:lnTo>
                    <a:pt x="44795" y="5683"/>
                  </a:lnTo>
                  <a:lnTo>
                    <a:pt x="45462" y="4607"/>
                  </a:lnTo>
                  <a:lnTo>
                    <a:pt x="45031" y="4348"/>
                  </a:lnTo>
                  <a:close/>
                  <a:moveTo>
                    <a:pt x="13066" y="5037"/>
                  </a:moveTo>
                  <a:lnTo>
                    <a:pt x="12657" y="5339"/>
                  </a:lnTo>
                  <a:lnTo>
                    <a:pt x="13368" y="6350"/>
                  </a:lnTo>
                  <a:lnTo>
                    <a:pt x="13777" y="6092"/>
                  </a:lnTo>
                  <a:lnTo>
                    <a:pt x="13066" y="5037"/>
                  </a:lnTo>
                  <a:close/>
                  <a:moveTo>
                    <a:pt x="46517" y="5339"/>
                  </a:moveTo>
                  <a:lnTo>
                    <a:pt x="45806" y="6372"/>
                  </a:lnTo>
                  <a:lnTo>
                    <a:pt x="46194" y="6652"/>
                  </a:lnTo>
                  <a:lnTo>
                    <a:pt x="46947" y="5640"/>
                  </a:lnTo>
                  <a:lnTo>
                    <a:pt x="46517" y="5339"/>
                  </a:lnTo>
                  <a:close/>
                  <a:moveTo>
                    <a:pt x="11602" y="6092"/>
                  </a:moveTo>
                  <a:lnTo>
                    <a:pt x="11194" y="6415"/>
                  </a:lnTo>
                  <a:lnTo>
                    <a:pt x="11968" y="7405"/>
                  </a:lnTo>
                  <a:lnTo>
                    <a:pt x="12356" y="7082"/>
                  </a:lnTo>
                  <a:lnTo>
                    <a:pt x="11602" y="6092"/>
                  </a:lnTo>
                  <a:close/>
                  <a:moveTo>
                    <a:pt x="47959" y="6415"/>
                  </a:moveTo>
                  <a:lnTo>
                    <a:pt x="47184" y="7405"/>
                  </a:lnTo>
                  <a:lnTo>
                    <a:pt x="47571" y="7706"/>
                  </a:lnTo>
                  <a:lnTo>
                    <a:pt x="48368" y="6738"/>
                  </a:lnTo>
                  <a:lnTo>
                    <a:pt x="47959" y="6415"/>
                  </a:lnTo>
                  <a:close/>
                  <a:moveTo>
                    <a:pt x="10203" y="7233"/>
                  </a:moveTo>
                  <a:cubicBezTo>
                    <a:pt x="10074" y="7340"/>
                    <a:pt x="9945" y="7470"/>
                    <a:pt x="9816" y="7577"/>
                  </a:cubicBezTo>
                  <a:lnTo>
                    <a:pt x="10655" y="8524"/>
                  </a:lnTo>
                  <a:lnTo>
                    <a:pt x="10655" y="8503"/>
                  </a:lnTo>
                  <a:cubicBezTo>
                    <a:pt x="10785" y="8395"/>
                    <a:pt x="10892" y="8288"/>
                    <a:pt x="11021" y="8201"/>
                  </a:cubicBezTo>
                  <a:lnTo>
                    <a:pt x="10203" y="7233"/>
                  </a:lnTo>
                  <a:close/>
                  <a:moveTo>
                    <a:pt x="49337" y="7577"/>
                  </a:moveTo>
                  <a:lnTo>
                    <a:pt x="48497" y="8524"/>
                  </a:lnTo>
                  <a:lnTo>
                    <a:pt x="48863" y="8847"/>
                  </a:lnTo>
                  <a:lnTo>
                    <a:pt x="49724" y="7922"/>
                  </a:lnTo>
                  <a:lnTo>
                    <a:pt x="49337" y="7577"/>
                  </a:lnTo>
                  <a:close/>
                  <a:moveTo>
                    <a:pt x="8869" y="8460"/>
                  </a:moveTo>
                  <a:cubicBezTo>
                    <a:pt x="8761" y="8589"/>
                    <a:pt x="8632" y="8697"/>
                    <a:pt x="8503" y="8826"/>
                  </a:cubicBezTo>
                  <a:lnTo>
                    <a:pt x="9407" y="9708"/>
                  </a:lnTo>
                  <a:cubicBezTo>
                    <a:pt x="9515" y="9579"/>
                    <a:pt x="9644" y="9471"/>
                    <a:pt x="9751" y="9364"/>
                  </a:cubicBezTo>
                  <a:lnTo>
                    <a:pt x="8869" y="8460"/>
                  </a:lnTo>
                  <a:close/>
                  <a:moveTo>
                    <a:pt x="50650" y="8826"/>
                  </a:moveTo>
                  <a:lnTo>
                    <a:pt x="49746" y="9708"/>
                  </a:lnTo>
                  <a:lnTo>
                    <a:pt x="50090" y="10074"/>
                  </a:lnTo>
                  <a:lnTo>
                    <a:pt x="51016" y="9192"/>
                  </a:lnTo>
                  <a:lnTo>
                    <a:pt x="50650" y="8826"/>
                  </a:lnTo>
                  <a:close/>
                  <a:moveTo>
                    <a:pt x="7620" y="9751"/>
                  </a:moveTo>
                  <a:lnTo>
                    <a:pt x="7276" y="10139"/>
                  </a:lnTo>
                  <a:lnTo>
                    <a:pt x="8223" y="10978"/>
                  </a:lnTo>
                  <a:lnTo>
                    <a:pt x="8567" y="10612"/>
                  </a:lnTo>
                  <a:lnTo>
                    <a:pt x="7620" y="9751"/>
                  </a:lnTo>
                  <a:close/>
                  <a:moveTo>
                    <a:pt x="51877" y="10160"/>
                  </a:moveTo>
                  <a:lnTo>
                    <a:pt x="50929" y="10978"/>
                  </a:lnTo>
                  <a:lnTo>
                    <a:pt x="51252" y="11366"/>
                  </a:lnTo>
                  <a:lnTo>
                    <a:pt x="52199" y="10548"/>
                  </a:lnTo>
                  <a:lnTo>
                    <a:pt x="51877" y="10160"/>
                  </a:lnTo>
                  <a:close/>
                  <a:moveTo>
                    <a:pt x="6458" y="11129"/>
                  </a:moveTo>
                  <a:lnTo>
                    <a:pt x="6157" y="11538"/>
                  </a:lnTo>
                  <a:lnTo>
                    <a:pt x="7147" y="12313"/>
                  </a:lnTo>
                  <a:lnTo>
                    <a:pt x="7448" y="11904"/>
                  </a:lnTo>
                  <a:lnTo>
                    <a:pt x="6458" y="11129"/>
                  </a:lnTo>
                  <a:close/>
                  <a:moveTo>
                    <a:pt x="53017" y="11538"/>
                  </a:moveTo>
                  <a:lnTo>
                    <a:pt x="52027" y="12313"/>
                  </a:lnTo>
                  <a:lnTo>
                    <a:pt x="52329" y="12700"/>
                  </a:lnTo>
                  <a:lnTo>
                    <a:pt x="53340" y="11947"/>
                  </a:lnTo>
                  <a:lnTo>
                    <a:pt x="53017" y="11538"/>
                  </a:lnTo>
                  <a:close/>
                  <a:moveTo>
                    <a:pt x="5360" y="12571"/>
                  </a:moveTo>
                  <a:lnTo>
                    <a:pt x="5080" y="12980"/>
                  </a:lnTo>
                  <a:lnTo>
                    <a:pt x="6135" y="13690"/>
                  </a:lnTo>
                  <a:lnTo>
                    <a:pt x="6393" y="13303"/>
                  </a:lnTo>
                  <a:lnTo>
                    <a:pt x="5360" y="12571"/>
                  </a:lnTo>
                  <a:close/>
                  <a:moveTo>
                    <a:pt x="54072" y="12980"/>
                  </a:moveTo>
                  <a:lnTo>
                    <a:pt x="53039" y="13690"/>
                  </a:lnTo>
                  <a:lnTo>
                    <a:pt x="53297" y="14099"/>
                  </a:lnTo>
                  <a:lnTo>
                    <a:pt x="54374" y="13411"/>
                  </a:lnTo>
                  <a:lnTo>
                    <a:pt x="54072" y="12980"/>
                  </a:lnTo>
                  <a:close/>
                  <a:moveTo>
                    <a:pt x="4391" y="14056"/>
                  </a:moveTo>
                  <a:lnTo>
                    <a:pt x="4133" y="14508"/>
                  </a:lnTo>
                  <a:lnTo>
                    <a:pt x="5209" y="15133"/>
                  </a:lnTo>
                  <a:lnTo>
                    <a:pt x="5468" y="14724"/>
                  </a:lnTo>
                  <a:lnTo>
                    <a:pt x="4391" y="14056"/>
                  </a:lnTo>
                  <a:close/>
                  <a:moveTo>
                    <a:pt x="55041" y="14508"/>
                  </a:moveTo>
                  <a:lnTo>
                    <a:pt x="53965" y="15154"/>
                  </a:lnTo>
                  <a:lnTo>
                    <a:pt x="54201" y="15585"/>
                  </a:lnTo>
                  <a:lnTo>
                    <a:pt x="55299" y="14960"/>
                  </a:lnTo>
                  <a:lnTo>
                    <a:pt x="55041" y="14508"/>
                  </a:lnTo>
                  <a:close/>
                  <a:moveTo>
                    <a:pt x="3487" y="15628"/>
                  </a:moveTo>
                  <a:lnTo>
                    <a:pt x="3251" y="16080"/>
                  </a:lnTo>
                  <a:lnTo>
                    <a:pt x="4370" y="16661"/>
                  </a:lnTo>
                  <a:lnTo>
                    <a:pt x="4607" y="16230"/>
                  </a:lnTo>
                  <a:lnTo>
                    <a:pt x="3487" y="15628"/>
                  </a:lnTo>
                  <a:close/>
                  <a:moveTo>
                    <a:pt x="55902" y="16101"/>
                  </a:moveTo>
                  <a:lnTo>
                    <a:pt x="54782" y="16682"/>
                  </a:lnTo>
                  <a:lnTo>
                    <a:pt x="54998" y="17134"/>
                  </a:lnTo>
                  <a:lnTo>
                    <a:pt x="56139" y="16575"/>
                  </a:lnTo>
                  <a:lnTo>
                    <a:pt x="55902" y="16101"/>
                  </a:lnTo>
                  <a:close/>
                  <a:moveTo>
                    <a:pt x="2669" y="17242"/>
                  </a:moveTo>
                  <a:lnTo>
                    <a:pt x="2454" y="17716"/>
                  </a:lnTo>
                  <a:lnTo>
                    <a:pt x="3617" y="18211"/>
                  </a:lnTo>
                  <a:lnTo>
                    <a:pt x="3810" y="17780"/>
                  </a:lnTo>
                  <a:lnTo>
                    <a:pt x="2669" y="17242"/>
                  </a:lnTo>
                  <a:close/>
                  <a:moveTo>
                    <a:pt x="56677" y="17737"/>
                  </a:moveTo>
                  <a:lnTo>
                    <a:pt x="55536" y="18254"/>
                  </a:lnTo>
                  <a:lnTo>
                    <a:pt x="55730" y="18706"/>
                  </a:lnTo>
                  <a:lnTo>
                    <a:pt x="56892" y="18211"/>
                  </a:lnTo>
                  <a:lnTo>
                    <a:pt x="56677" y="17737"/>
                  </a:lnTo>
                  <a:close/>
                  <a:moveTo>
                    <a:pt x="1981" y="18900"/>
                  </a:moveTo>
                  <a:lnTo>
                    <a:pt x="1808" y="19373"/>
                  </a:lnTo>
                  <a:lnTo>
                    <a:pt x="2992" y="19825"/>
                  </a:lnTo>
                  <a:lnTo>
                    <a:pt x="3165" y="19352"/>
                  </a:lnTo>
                  <a:lnTo>
                    <a:pt x="1981" y="18900"/>
                  </a:lnTo>
                  <a:close/>
                  <a:moveTo>
                    <a:pt x="57366" y="19416"/>
                  </a:moveTo>
                  <a:lnTo>
                    <a:pt x="56182" y="19847"/>
                  </a:lnTo>
                  <a:lnTo>
                    <a:pt x="56354" y="20320"/>
                  </a:lnTo>
                  <a:lnTo>
                    <a:pt x="57538" y="19911"/>
                  </a:lnTo>
                  <a:lnTo>
                    <a:pt x="57366" y="19416"/>
                  </a:lnTo>
                  <a:close/>
                  <a:moveTo>
                    <a:pt x="1378" y="20600"/>
                  </a:moveTo>
                  <a:lnTo>
                    <a:pt x="1227" y="21095"/>
                  </a:lnTo>
                  <a:lnTo>
                    <a:pt x="2433" y="21461"/>
                  </a:lnTo>
                  <a:lnTo>
                    <a:pt x="2583" y="20987"/>
                  </a:lnTo>
                  <a:lnTo>
                    <a:pt x="1378" y="20600"/>
                  </a:lnTo>
                  <a:close/>
                  <a:moveTo>
                    <a:pt x="57925" y="21138"/>
                  </a:moveTo>
                  <a:lnTo>
                    <a:pt x="56720" y="21483"/>
                  </a:lnTo>
                  <a:lnTo>
                    <a:pt x="56849" y="21956"/>
                  </a:lnTo>
                  <a:lnTo>
                    <a:pt x="58076" y="21633"/>
                  </a:lnTo>
                  <a:lnTo>
                    <a:pt x="57925" y="21138"/>
                  </a:lnTo>
                  <a:close/>
                  <a:moveTo>
                    <a:pt x="883" y="22322"/>
                  </a:moveTo>
                  <a:lnTo>
                    <a:pt x="775" y="22839"/>
                  </a:lnTo>
                  <a:lnTo>
                    <a:pt x="1981" y="23118"/>
                  </a:lnTo>
                  <a:lnTo>
                    <a:pt x="2110" y="22645"/>
                  </a:lnTo>
                  <a:lnTo>
                    <a:pt x="883" y="22322"/>
                  </a:lnTo>
                  <a:close/>
                  <a:moveTo>
                    <a:pt x="58399" y="22882"/>
                  </a:moveTo>
                  <a:lnTo>
                    <a:pt x="57172" y="23162"/>
                  </a:lnTo>
                  <a:lnTo>
                    <a:pt x="57279" y="23635"/>
                  </a:lnTo>
                  <a:lnTo>
                    <a:pt x="58506" y="23377"/>
                  </a:lnTo>
                  <a:lnTo>
                    <a:pt x="58399" y="22882"/>
                  </a:lnTo>
                  <a:close/>
                  <a:moveTo>
                    <a:pt x="495" y="24087"/>
                  </a:moveTo>
                  <a:lnTo>
                    <a:pt x="409" y="24604"/>
                  </a:lnTo>
                  <a:lnTo>
                    <a:pt x="1658" y="24819"/>
                  </a:lnTo>
                  <a:lnTo>
                    <a:pt x="1744" y="24324"/>
                  </a:lnTo>
                  <a:lnTo>
                    <a:pt x="495" y="24087"/>
                  </a:lnTo>
                  <a:close/>
                  <a:moveTo>
                    <a:pt x="58743" y="24647"/>
                  </a:moveTo>
                  <a:lnTo>
                    <a:pt x="57516" y="24862"/>
                  </a:lnTo>
                  <a:lnTo>
                    <a:pt x="57581" y="25357"/>
                  </a:lnTo>
                  <a:lnTo>
                    <a:pt x="58829" y="25163"/>
                  </a:lnTo>
                  <a:lnTo>
                    <a:pt x="58743" y="24647"/>
                  </a:lnTo>
                  <a:close/>
                  <a:moveTo>
                    <a:pt x="237" y="25895"/>
                  </a:moveTo>
                  <a:lnTo>
                    <a:pt x="172" y="26390"/>
                  </a:lnTo>
                  <a:lnTo>
                    <a:pt x="1421" y="26519"/>
                  </a:lnTo>
                  <a:lnTo>
                    <a:pt x="1486" y="26046"/>
                  </a:lnTo>
                  <a:lnTo>
                    <a:pt x="237" y="25895"/>
                  </a:lnTo>
                  <a:close/>
                  <a:moveTo>
                    <a:pt x="59001" y="26433"/>
                  </a:moveTo>
                  <a:lnTo>
                    <a:pt x="57753" y="26563"/>
                  </a:lnTo>
                  <a:lnTo>
                    <a:pt x="57796" y="27058"/>
                  </a:lnTo>
                  <a:lnTo>
                    <a:pt x="59045" y="26950"/>
                  </a:lnTo>
                  <a:lnTo>
                    <a:pt x="59001" y="26433"/>
                  </a:lnTo>
                  <a:close/>
                  <a:moveTo>
                    <a:pt x="65" y="27660"/>
                  </a:moveTo>
                  <a:lnTo>
                    <a:pt x="22" y="28177"/>
                  </a:lnTo>
                  <a:lnTo>
                    <a:pt x="1292" y="28241"/>
                  </a:lnTo>
                  <a:lnTo>
                    <a:pt x="1313" y="27746"/>
                  </a:lnTo>
                  <a:lnTo>
                    <a:pt x="65" y="27660"/>
                  </a:lnTo>
                  <a:close/>
                  <a:moveTo>
                    <a:pt x="59131" y="28220"/>
                  </a:moveTo>
                  <a:lnTo>
                    <a:pt x="57882" y="28285"/>
                  </a:lnTo>
                  <a:lnTo>
                    <a:pt x="57882" y="28780"/>
                  </a:lnTo>
                  <a:lnTo>
                    <a:pt x="59152" y="28737"/>
                  </a:lnTo>
                  <a:lnTo>
                    <a:pt x="59131" y="28220"/>
                  </a:lnTo>
                  <a:close/>
                  <a:moveTo>
                    <a:pt x="1270" y="29468"/>
                  </a:moveTo>
                  <a:lnTo>
                    <a:pt x="0" y="29598"/>
                  </a:lnTo>
                  <a:lnTo>
                    <a:pt x="0" y="30093"/>
                  </a:lnTo>
                  <a:lnTo>
                    <a:pt x="1270" y="30071"/>
                  </a:lnTo>
                  <a:lnTo>
                    <a:pt x="1270" y="29468"/>
                  </a:lnTo>
                  <a:close/>
                  <a:moveTo>
                    <a:pt x="57882" y="30007"/>
                  </a:moveTo>
                  <a:lnTo>
                    <a:pt x="57882" y="30502"/>
                  </a:lnTo>
                  <a:lnTo>
                    <a:pt x="59152" y="30545"/>
                  </a:lnTo>
                  <a:lnTo>
                    <a:pt x="59152" y="30028"/>
                  </a:lnTo>
                  <a:lnTo>
                    <a:pt x="57882" y="30007"/>
                  </a:lnTo>
                  <a:close/>
                  <a:moveTo>
                    <a:pt x="1292" y="31320"/>
                  </a:moveTo>
                  <a:lnTo>
                    <a:pt x="43" y="31384"/>
                  </a:lnTo>
                  <a:lnTo>
                    <a:pt x="86" y="31901"/>
                  </a:lnTo>
                  <a:lnTo>
                    <a:pt x="1335" y="31815"/>
                  </a:lnTo>
                  <a:lnTo>
                    <a:pt x="1292" y="31320"/>
                  </a:lnTo>
                  <a:close/>
                  <a:moveTo>
                    <a:pt x="57818" y="31750"/>
                  </a:moveTo>
                  <a:lnTo>
                    <a:pt x="57775" y="32224"/>
                  </a:lnTo>
                  <a:lnTo>
                    <a:pt x="59045" y="32353"/>
                  </a:lnTo>
                  <a:lnTo>
                    <a:pt x="59088" y="31836"/>
                  </a:lnTo>
                  <a:lnTo>
                    <a:pt x="57818" y="31750"/>
                  </a:lnTo>
                  <a:close/>
                  <a:moveTo>
                    <a:pt x="1464" y="33020"/>
                  </a:moveTo>
                  <a:lnTo>
                    <a:pt x="194" y="33192"/>
                  </a:lnTo>
                  <a:lnTo>
                    <a:pt x="280" y="33687"/>
                  </a:lnTo>
                  <a:lnTo>
                    <a:pt x="1529" y="33515"/>
                  </a:lnTo>
                  <a:lnTo>
                    <a:pt x="1464" y="33020"/>
                  </a:lnTo>
                  <a:close/>
                  <a:moveTo>
                    <a:pt x="57645" y="33429"/>
                  </a:moveTo>
                  <a:lnTo>
                    <a:pt x="57559" y="33924"/>
                  </a:lnTo>
                  <a:lnTo>
                    <a:pt x="58808" y="34118"/>
                  </a:lnTo>
                  <a:lnTo>
                    <a:pt x="58894" y="33601"/>
                  </a:lnTo>
                  <a:lnTo>
                    <a:pt x="57645" y="33429"/>
                  </a:lnTo>
                  <a:close/>
                  <a:moveTo>
                    <a:pt x="1722" y="34742"/>
                  </a:moveTo>
                  <a:lnTo>
                    <a:pt x="474" y="34957"/>
                  </a:lnTo>
                  <a:lnTo>
                    <a:pt x="581" y="35474"/>
                  </a:lnTo>
                  <a:lnTo>
                    <a:pt x="1808" y="35216"/>
                  </a:lnTo>
                  <a:lnTo>
                    <a:pt x="1722" y="34742"/>
                  </a:lnTo>
                  <a:close/>
                  <a:moveTo>
                    <a:pt x="57344" y="35151"/>
                  </a:moveTo>
                  <a:lnTo>
                    <a:pt x="57258" y="35625"/>
                  </a:lnTo>
                  <a:lnTo>
                    <a:pt x="58485" y="35904"/>
                  </a:lnTo>
                  <a:lnTo>
                    <a:pt x="58592" y="35388"/>
                  </a:lnTo>
                  <a:lnTo>
                    <a:pt x="57344" y="35151"/>
                  </a:lnTo>
                  <a:close/>
                  <a:moveTo>
                    <a:pt x="2088" y="36421"/>
                  </a:moveTo>
                  <a:lnTo>
                    <a:pt x="861" y="36722"/>
                  </a:lnTo>
                  <a:lnTo>
                    <a:pt x="990" y="37218"/>
                  </a:lnTo>
                  <a:lnTo>
                    <a:pt x="2217" y="36895"/>
                  </a:lnTo>
                  <a:lnTo>
                    <a:pt x="2088" y="36421"/>
                  </a:lnTo>
                  <a:close/>
                  <a:moveTo>
                    <a:pt x="56957" y="36830"/>
                  </a:moveTo>
                  <a:lnTo>
                    <a:pt x="56827" y="37304"/>
                  </a:lnTo>
                  <a:lnTo>
                    <a:pt x="58054" y="37648"/>
                  </a:lnTo>
                  <a:lnTo>
                    <a:pt x="58184" y="37153"/>
                  </a:lnTo>
                  <a:lnTo>
                    <a:pt x="56957" y="36830"/>
                  </a:lnTo>
                  <a:close/>
                  <a:moveTo>
                    <a:pt x="2562" y="38079"/>
                  </a:moveTo>
                  <a:lnTo>
                    <a:pt x="1356" y="38466"/>
                  </a:lnTo>
                  <a:lnTo>
                    <a:pt x="1507" y="38961"/>
                  </a:lnTo>
                  <a:lnTo>
                    <a:pt x="2712" y="38552"/>
                  </a:lnTo>
                  <a:lnTo>
                    <a:pt x="2562" y="38079"/>
                  </a:lnTo>
                  <a:close/>
                  <a:moveTo>
                    <a:pt x="56483" y="38487"/>
                  </a:moveTo>
                  <a:lnTo>
                    <a:pt x="56311" y="38961"/>
                  </a:lnTo>
                  <a:lnTo>
                    <a:pt x="57516" y="39370"/>
                  </a:lnTo>
                  <a:lnTo>
                    <a:pt x="57667" y="38875"/>
                  </a:lnTo>
                  <a:lnTo>
                    <a:pt x="56483" y="38487"/>
                  </a:lnTo>
                  <a:close/>
                  <a:moveTo>
                    <a:pt x="3121" y="39714"/>
                  </a:moveTo>
                  <a:lnTo>
                    <a:pt x="1938" y="40166"/>
                  </a:lnTo>
                  <a:lnTo>
                    <a:pt x="2131" y="40662"/>
                  </a:lnTo>
                  <a:lnTo>
                    <a:pt x="3294" y="40166"/>
                  </a:lnTo>
                  <a:lnTo>
                    <a:pt x="3121" y="39714"/>
                  </a:lnTo>
                  <a:close/>
                  <a:moveTo>
                    <a:pt x="55880" y="40102"/>
                  </a:moveTo>
                  <a:lnTo>
                    <a:pt x="55687" y="40554"/>
                  </a:lnTo>
                  <a:lnTo>
                    <a:pt x="56849" y="41049"/>
                  </a:lnTo>
                  <a:lnTo>
                    <a:pt x="57043" y="40575"/>
                  </a:lnTo>
                  <a:lnTo>
                    <a:pt x="55880" y="40102"/>
                  </a:lnTo>
                  <a:close/>
                  <a:moveTo>
                    <a:pt x="3789" y="41307"/>
                  </a:moveTo>
                  <a:lnTo>
                    <a:pt x="2648" y="41845"/>
                  </a:lnTo>
                  <a:lnTo>
                    <a:pt x="2863" y="42297"/>
                  </a:lnTo>
                  <a:lnTo>
                    <a:pt x="4004" y="41759"/>
                  </a:lnTo>
                  <a:lnTo>
                    <a:pt x="3789" y="41307"/>
                  </a:lnTo>
                  <a:close/>
                  <a:moveTo>
                    <a:pt x="55191" y="41695"/>
                  </a:moveTo>
                  <a:lnTo>
                    <a:pt x="54976" y="42125"/>
                  </a:lnTo>
                  <a:lnTo>
                    <a:pt x="56117" y="42685"/>
                  </a:lnTo>
                  <a:lnTo>
                    <a:pt x="56332" y="42233"/>
                  </a:lnTo>
                  <a:lnTo>
                    <a:pt x="55191" y="41695"/>
                  </a:lnTo>
                  <a:close/>
                  <a:moveTo>
                    <a:pt x="4564" y="42879"/>
                  </a:moveTo>
                  <a:lnTo>
                    <a:pt x="3444" y="43460"/>
                  </a:lnTo>
                  <a:lnTo>
                    <a:pt x="3681" y="43912"/>
                  </a:lnTo>
                  <a:lnTo>
                    <a:pt x="4800" y="43309"/>
                  </a:lnTo>
                  <a:lnTo>
                    <a:pt x="4564" y="42879"/>
                  </a:lnTo>
                  <a:close/>
                  <a:moveTo>
                    <a:pt x="54417" y="43223"/>
                  </a:moveTo>
                  <a:lnTo>
                    <a:pt x="54158" y="43654"/>
                  </a:lnTo>
                  <a:lnTo>
                    <a:pt x="55256" y="44278"/>
                  </a:lnTo>
                  <a:lnTo>
                    <a:pt x="55514" y="43826"/>
                  </a:lnTo>
                  <a:lnTo>
                    <a:pt x="54417" y="43223"/>
                  </a:lnTo>
                  <a:close/>
                  <a:moveTo>
                    <a:pt x="5425" y="44364"/>
                  </a:moveTo>
                  <a:lnTo>
                    <a:pt x="4348" y="45031"/>
                  </a:lnTo>
                  <a:lnTo>
                    <a:pt x="4607" y="45462"/>
                  </a:lnTo>
                  <a:lnTo>
                    <a:pt x="5683" y="44794"/>
                  </a:lnTo>
                  <a:lnTo>
                    <a:pt x="5425" y="44364"/>
                  </a:lnTo>
                  <a:close/>
                  <a:moveTo>
                    <a:pt x="53534" y="44708"/>
                  </a:moveTo>
                  <a:lnTo>
                    <a:pt x="53276" y="45117"/>
                  </a:lnTo>
                  <a:lnTo>
                    <a:pt x="54309" y="45828"/>
                  </a:lnTo>
                  <a:lnTo>
                    <a:pt x="54610" y="45376"/>
                  </a:lnTo>
                  <a:lnTo>
                    <a:pt x="53534" y="44708"/>
                  </a:lnTo>
                  <a:close/>
                  <a:moveTo>
                    <a:pt x="6372" y="45828"/>
                  </a:moveTo>
                  <a:lnTo>
                    <a:pt x="5339" y="46538"/>
                  </a:lnTo>
                  <a:lnTo>
                    <a:pt x="5618" y="46968"/>
                  </a:lnTo>
                  <a:lnTo>
                    <a:pt x="6673" y="46215"/>
                  </a:lnTo>
                  <a:lnTo>
                    <a:pt x="6372" y="45828"/>
                  </a:lnTo>
                  <a:close/>
                  <a:moveTo>
                    <a:pt x="52565" y="46150"/>
                  </a:moveTo>
                  <a:lnTo>
                    <a:pt x="52264" y="46538"/>
                  </a:lnTo>
                  <a:lnTo>
                    <a:pt x="53276" y="47291"/>
                  </a:lnTo>
                  <a:lnTo>
                    <a:pt x="53577" y="46882"/>
                  </a:lnTo>
                  <a:lnTo>
                    <a:pt x="52565" y="46150"/>
                  </a:lnTo>
                  <a:close/>
                  <a:moveTo>
                    <a:pt x="7384" y="47205"/>
                  </a:moveTo>
                  <a:lnTo>
                    <a:pt x="6393" y="47980"/>
                  </a:lnTo>
                  <a:lnTo>
                    <a:pt x="6716" y="48389"/>
                  </a:lnTo>
                  <a:lnTo>
                    <a:pt x="7706" y="47593"/>
                  </a:lnTo>
                  <a:lnTo>
                    <a:pt x="7384" y="47205"/>
                  </a:lnTo>
                  <a:close/>
                  <a:moveTo>
                    <a:pt x="51511" y="47507"/>
                  </a:moveTo>
                  <a:lnTo>
                    <a:pt x="51188" y="47894"/>
                  </a:lnTo>
                  <a:lnTo>
                    <a:pt x="52156" y="48712"/>
                  </a:lnTo>
                  <a:lnTo>
                    <a:pt x="52479" y="48325"/>
                  </a:lnTo>
                  <a:lnTo>
                    <a:pt x="51511" y="47507"/>
                  </a:lnTo>
                  <a:close/>
                  <a:moveTo>
                    <a:pt x="8503" y="48540"/>
                  </a:moveTo>
                  <a:lnTo>
                    <a:pt x="7577" y="49379"/>
                  </a:lnTo>
                  <a:lnTo>
                    <a:pt x="7922" y="49745"/>
                  </a:lnTo>
                  <a:lnTo>
                    <a:pt x="8847" y="48884"/>
                  </a:lnTo>
                  <a:lnTo>
                    <a:pt x="8503" y="48540"/>
                  </a:lnTo>
                  <a:close/>
                  <a:moveTo>
                    <a:pt x="50370" y="48820"/>
                  </a:moveTo>
                  <a:lnTo>
                    <a:pt x="50047" y="49186"/>
                  </a:lnTo>
                  <a:lnTo>
                    <a:pt x="50951" y="50047"/>
                  </a:lnTo>
                  <a:lnTo>
                    <a:pt x="51317" y="49681"/>
                  </a:lnTo>
                  <a:lnTo>
                    <a:pt x="50370" y="48820"/>
                  </a:lnTo>
                  <a:close/>
                  <a:moveTo>
                    <a:pt x="9708" y="49788"/>
                  </a:moveTo>
                  <a:lnTo>
                    <a:pt x="8826" y="50671"/>
                  </a:lnTo>
                  <a:cubicBezTo>
                    <a:pt x="8933" y="50800"/>
                    <a:pt x="9062" y="50929"/>
                    <a:pt x="9192" y="51037"/>
                  </a:cubicBezTo>
                  <a:lnTo>
                    <a:pt x="10053" y="50111"/>
                  </a:lnTo>
                  <a:lnTo>
                    <a:pt x="9708" y="49788"/>
                  </a:lnTo>
                  <a:close/>
                  <a:moveTo>
                    <a:pt x="49164" y="50047"/>
                  </a:moveTo>
                  <a:lnTo>
                    <a:pt x="48798" y="50369"/>
                  </a:lnTo>
                  <a:lnTo>
                    <a:pt x="49659" y="51317"/>
                  </a:lnTo>
                  <a:lnTo>
                    <a:pt x="50047" y="50951"/>
                  </a:lnTo>
                  <a:lnTo>
                    <a:pt x="49164" y="50047"/>
                  </a:lnTo>
                  <a:close/>
                  <a:moveTo>
                    <a:pt x="10978" y="50951"/>
                  </a:moveTo>
                  <a:lnTo>
                    <a:pt x="10139" y="51898"/>
                  </a:lnTo>
                  <a:cubicBezTo>
                    <a:pt x="10268" y="52005"/>
                    <a:pt x="10397" y="52134"/>
                    <a:pt x="10526" y="52242"/>
                  </a:cubicBezTo>
                  <a:lnTo>
                    <a:pt x="11344" y="51273"/>
                  </a:lnTo>
                  <a:cubicBezTo>
                    <a:pt x="11215" y="51166"/>
                    <a:pt x="11086" y="51058"/>
                    <a:pt x="10978" y="50951"/>
                  </a:cubicBezTo>
                  <a:close/>
                  <a:moveTo>
                    <a:pt x="47873" y="51209"/>
                  </a:moveTo>
                  <a:cubicBezTo>
                    <a:pt x="47744" y="51317"/>
                    <a:pt x="47615" y="51424"/>
                    <a:pt x="47507" y="51532"/>
                  </a:cubicBezTo>
                  <a:lnTo>
                    <a:pt x="48303" y="52500"/>
                  </a:lnTo>
                  <a:lnTo>
                    <a:pt x="48691" y="52178"/>
                  </a:lnTo>
                  <a:lnTo>
                    <a:pt x="47873" y="51209"/>
                  </a:lnTo>
                  <a:close/>
                  <a:moveTo>
                    <a:pt x="12291" y="52027"/>
                  </a:moveTo>
                  <a:lnTo>
                    <a:pt x="11538" y="53039"/>
                  </a:lnTo>
                  <a:lnTo>
                    <a:pt x="11947" y="53361"/>
                  </a:lnTo>
                  <a:lnTo>
                    <a:pt x="12700" y="52328"/>
                  </a:lnTo>
                  <a:lnTo>
                    <a:pt x="12291" y="52027"/>
                  </a:lnTo>
                  <a:close/>
                  <a:moveTo>
                    <a:pt x="46538" y="52285"/>
                  </a:moveTo>
                  <a:lnTo>
                    <a:pt x="46129" y="52587"/>
                  </a:lnTo>
                  <a:lnTo>
                    <a:pt x="46883" y="53598"/>
                  </a:lnTo>
                  <a:lnTo>
                    <a:pt x="47292" y="53297"/>
                  </a:lnTo>
                  <a:lnTo>
                    <a:pt x="46538" y="52285"/>
                  </a:lnTo>
                  <a:close/>
                  <a:moveTo>
                    <a:pt x="13690" y="53060"/>
                  </a:moveTo>
                  <a:lnTo>
                    <a:pt x="12980" y="54115"/>
                  </a:lnTo>
                  <a:lnTo>
                    <a:pt x="13411" y="54373"/>
                  </a:lnTo>
                  <a:lnTo>
                    <a:pt x="14099" y="53340"/>
                  </a:lnTo>
                  <a:lnTo>
                    <a:pt x="13690" y="53060"/>
                  </a:lnTo>
                  <a:close/>
                  <a:moveTo>
                    <a:pt x="45118" y="53254"/>
                  </a:moveTo>
                  <a:lnTo>
                    <a:pt x="44687" y="53534"/>
                  </a:lnTo>
                  <a:lnTo>
                    <a:pt x="45376" y="54610"/>
                  </a:lnTo>
                  <a:lnTo>
                    <a:pt x="45806" y="54309"/>
                  </a:lnTo>
                  <a:lnTo>
                    <a:pt x="45118" y="53254"/>
                  </a:lnTo>
                  <a:close/>
                  <a:moveTo>
                    <a:pt x="15154" y="53964"/>
                  </a:moveTo>
                  <a:lnTo>
                    <a:pt x="14508" y="55040"/>
                  </a:lnTo>
                  <a:lnTo>
                    <a:pt x="14939" y="55320"/>
                  </a:lnTo>
                  <a:lnTo>
                    <a:pt x="15585" y="54222"/>
                  </a:lnTo>
                  <a:lnTo>
                    <a:pt x="15154" y="53964"/>
                  </a:lnTo>
                  <a:close/>
                  <a:moveTo>
                    <a:pt x="43654" y="54179"/>
                  </a:moveTo>
                  <a:lnTo>
                    <a:pt x="43223" y="54416"/>
                  </a:lnTo>
                  <a:lnTo>
                    <a:pt x="43826" y="55514"/>
                  </a:lnTo>
                  <a:lnTo>
                    <a:pt x="44278" y="55256"/>
                  </a:lnTo>
                  <a:lnTo>
                    <a:pt x="43654" y="54179"/>
                  </a:lnTo>
                  <a:close/>
                  <a:moveTo>
                    <a:pt x="16661" y="54804"/>
                  </a:moveTo>
                  <a:lnTo>
                    <a:pt x="16080" y="55923"/>
                  </a:lnTo>
                  <a:lnTo>
                    <a:pt x="16553" y="56160"/>
                  </a:lnTo>
                  <a:lnTo>
                    <a:pt x="17113" y="55019"/>
                  </a:lnTo>
                  <a:lnTo>
                    <a:pt x="16661" y="54804"/>
                  </a:lnTo>
                  <a:close/>
                  <a:moveTo>
                    <a:pt x="42126" y="54997"/>
                  </a:moveTo>
                  <a:lnTo>
                    <a:pt x="41674" y="55213"/>
                  </a:lnTo>
                  <a:lnTo>
                    <a:pt x="42212" y="56353"/>
                  </a:lnTo>
                  <a:lnTo>
                    <a:pt x="42685" y="56117"/>
                  </a:lnTo>
                  <a:lnTo>
                    <a:pt x="42126" y="54997"/>
                  </a:lnTo>
                  <a:close/>
                  <a:moveTo>
                    <a:pt x="18211" y="55535"/>
                  </a:moveTo>
                  <a:lnTo>
                    <a:pt x="17716" y="56698"/>
                  </a:lnTo>
                  <a:lnTo>
                    <a:pt x="18189" y="56913"/>
                  </a:lnTo>
                  <a:lnTo>
                    <a:pt x="18684" y="55751"/>
                  </a:lnTo>
                  <a:lnTo>
                    <a:pt x="18211" y="55535"/>
                  </a:lnTo>
                  <a:close/>
                  <a:moveTo>
                    <a:pt x="40554" y="55708"/>
                  </a:moveTo>
                  <a:lnTo>
                    <a:pt x="40081" y="55901"/>
                  </a:lnTo>
                  <a:lnTo>
                    <a:pt x="40554" y="57064"/>
                  </a:lnTo>
                  <a:lnTo>
                    <a:pt x="41028" y="56870"/>
                  </a:lnTo>
                  <a:lnTo>
                    <a:pt x="40554" y="55708"/>
                  </a:lnTo>
                  <a:close/>
                  <a:moveTo>
                    <a:pt x="19825" y="56181"/>
                  </a:moveTo>
                  <a:lnTo>
                    <a:pt x="19395" y="57365"/>
                  </a:lnTo>
                  <a:lnTo>
                    <a:pt x="19868" y="57537"/>
                  </a:lnTo>
                  <a:lnTo>
                    <a:pt x="20277" y="56353"/>
                  </a:lnTo>
                  <a:lnTo>
                    <a:pt x="19825" y="56181"/>
                  </a:lnTo>
                  <a:close/>
                  <a:moveTo>
                    <a:pt x="38940" y="56332"/>
                  </a:moveTo>
                  <a:lnTo>
                    <a:pt x="38466" y="56483"/>
                  </a:lnTo>
                  <a:lnTo>
                    <a:pt x="38854" y="57688"/>
                  </a:lnTo>
                  <a:lnTo>
                    <a:pt x="39349" y="57516"/>
                  </a:lnTo>
                  <a:lnTo>
                    <a:pt x="38940" y="56332"/>
                  </a:lnTo>
                  <a:close/>
                  <a:moveTo>
                    <a:pt x="21461" y="56741"/>
                  </a:moveTo>
                  <a:lnTo>
                    <a:pt x="21095" y="57946"/>
                  </a:lnTo>
                  <a:lnTo>
                    <a:pt x="21590" y="58075"/>
                  </a:lnTo>
                  <a:lnTo>
                    <a:pt x="21935" y="56870"/>
                  </a:lnTo>
                  <a:lnTo>
                    <a:pt x="21461" y="56741"/>
                  </a:lnTo>
                  <a:close/>
                  <a:moveTo>
                    <a:pt x="37282" y="56849"/>
                  </a:moveTo>
                  <a:lnTo>
                    <a:pt x="36809" y="56978"/>
                  </a:lnTo>
                  <a:lnTo>
                    <a:pt x="37132" y="58205"/>
                  </a:lnTo>
                  <a:lnTo>
                    <a:pt x="37627" y="58075"/>
                  </a:lnTo>
                  <a:lnTo>
                    <a:pt x="37282" y="56849"/>
                  </a:lnTo>
                  <a:close/>
                  <a:moveTo>
                    <a:pt x="23119" y="57171"/>
                  </a:moveTo>
                  <a:lnTo>
                    <a:pt x="22839" y="58398"/>
                  </a:lnTo>
                  <a:lnTo>
                    <a:pt x="23334" y="58527"/>
                  </a:lnTo>
                  <a:lnTo>
                    <a:pt x="23614" y="57279"/>
                  </a:lnTo>
                  <a:lnTo>
                    <a:pt x="23119" y="57171"/>
                  </a:lnTo>
                  <a:close/>
                  <a:moveTo>
                    <a:pt x="35603" y="57257"/>
                  </a:moveTo>
                  <a:lnTo>
                    <a:pt x="35130" y="57365"/>
                  </a:lnTo>
                  <a:lnTo>
                    <a:pt x="35367" y="58614"/>
                  </a:lnTo>
                  <a:lnTo>
                    <a:pt x="35883" y="58506"/>
                  </a:lnTo>
                  <a:lnTo>
                    <a:pt x="35603" y="57257"/>
                  </a:lnTo>
                  <a:close/>
                  <a:moveTo>
                    <a:pt x="24819" y="57516"/>
                  </a:moveTo>
                  <a:lnTo>
                    <a:pt x="24604" y="58764"/>
                  </a:lnTo>
                  <a:lnTo>
                    <a:pt x="25120" y="58850"/>
                  </a:lnTo>
                  <a:lnTo>
                    <a:pt x="25314" y="57602"/>
                  </a:lnTo>
                  <a:lnTo>
                    <a:pt x="24819" y="57516"/>
                  </a:lnTo>
                  <a:close/>
                  <a:moveTo>
                    <a:pt x="33924" y="57580"/>
                  </a:moveTo>
                  <a:lnTo>
                    <a:pt x="33429" y="57645"/>
                  </a:lnTo>
                  <a:lnTo>
                    <a:pt x="33601" y="58915"/>
                  </a:lnTo>
                  <a:lnTo>
                    <a:pt x="34097" y="58829"/>
                  </a:lnTo>
                  <a:lnTo>
                    <a:pt x="33924" y="57580"/>
                  </a:lnTo>
                  <a:close/>
                  <a:moveTo>
                    <a:pt x="26520" y="57753"/>
                  </a:moveTo>
                  <a:lnTo>
                    <a:pt x="26390" y="59023"/>
                  </a:lnTo>
                  <a:lnTo>
                    <a:pt x="26907" y="59066"/>
                  </a:lnTo>
                  <a:lnTo>
                    <a:pt x="27036" y="57817"/>
                  </a:lnTo>
                  <a:lnTo>
                    <a:pt x="26520" y="57753"/>
                  </a:lnTo>
                  <a:close/>
                  <a:moveTo>
                    <a:pt x="32202" y="57796"/>
                  </a:moveTo>
                  <a:lnTo>
                    <a:pt x="31707" y="57839"/>
                  </a:lnTo>
                  <a:lnTo>
                    <a:pt x="31793" y="59109"/>
                  </a:lnTo>
                  <a:lnTo>
                    <a:pt x="32310" y="59066"/>
                  </a:lnTo>
                  <a:lnTo>
                    <a:pt x="32202" y="57796"/>
                  </a:lnTo>
                  <a:close/>
                  <a:moveTo>
                    <a:pt x="28263" y="57882"/>
                  </a:moveTo>
                  <a:lnTo>
                    <a:pt x="28199" y="59152"/>
                  </a:lnTo>
                  <a:lnTo>
                    <a:pt x="28715" y="59173"/>
                  </a:lnTo>
                  <a:lnTo>
                    <a:pt x="28758" y="57903"/>
                  </a:lnTo>
                  <a:lnTo>
                    <a:pt x="28263" y="57882"/>
                  </a:lnTo>
                  <a:close/>
                  <a:moveTo>
                    <a:pt x="29985" y="57903"/>
                  </a:moveTo>
                  <a:lnTo>
                    <a:pt x="30007" y="59173"/>
                  </a:lnTo>
                  <a:lnTo>
                    <a:pt x="30502" y="59173"/>
                  </a:lnTo>
                  <a:lnTo>
                    <a:pt x="30480" y="57903"/>
                  </a:ln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" name="Google Shape;2568;p87">
            <a:extLst>
              <a:ext uri="{FF2B5EF4-FFF2-40B4-BE49-F238E27FC236}">
                <a16:creationId xmlns:a16="http://schemas.microsoft.com/office/drawing/2014/main" id="{BBF833CE-153B-ED39-1423-5E6CA2A09AC0}"/>
              </a:ext>
            </a:extLst>
          </p:cNvPr>
          <p:cNvGrpSpPr/>
          <p:nvPr/>
        </p:nvGrpSpPr>
        <p:grpSpPr>
          <a:xfrm>
            <a:off x="8961174" y="3803809"/>
            <a:ext cx="2890467" cy="945511"/>
            <a:chOff x="238125" y="1662850"/>
            <a:chExt cx="7137300" cy="2369400"/>
          </a:xfrm>
        </p:grpSpPr>
        <p:sp>
          <p:nvSpPr>
            <p:cNvPr id="80" name="Google Shape;2569;p87">
              <a:extLst>
                <a:ext uri="{FF2B5EF4-FFF2-40B4-BE49-F238E27FC236}">
                  <a16:creationId xmlns:a16="http://schemas.microsoft.com/office/drawing/2014/main" id="{09C1C2B1-F780-4E18-4B73-3AF3FAAEAAB3}"/>
                </a:ext>
              </a:extLst>
            </p:cNvPr>
            <p:cNvSpPr/>
            <p:nvPr/>
          </p:nvSpPr>
          <p:spPr>
            <a:xfrm>
              <a:off x="490500" y="1898550"/>
              <a:ext cx="6774075" cy="1771550"/>
            </a:xfrm>
            <a:custGeom>
              <a:avLst/>
              <a:gdLst/>
              <a:ahLst/>
              <a:cxnLst/>
              <a:rect l="l" t="t" r="r" b="b"/>
              <a:pathLst>
                <a:path w="270963" h="70862" extrusionOk="0">
                  <a:moveTo>
                    <a:pt x="4112" y="0"/>
                  </a:moveTo>
                  <a:lnTo>
                    <a:pt x="0" y="4090"/>
                  </a:lnTo>
                  <a:lnTo>
                    <a:pt x="0" y="66750"/>
                  </a:lnTo>
                  <a:lnTo>
                    <a:pt x="4112" y="70861"/>
                  </a:lnTo>
                  <a:lnTo>
                    <a:pt x="266873" y="70861"/>
                  </a:lnTo>
                  <a:lnTo>
                    <a:pt x="270962" y="66750"/>
                  </a:lnTo>
                  <a:lnTo>
                    <a:pt x="270962" y="28155"/>
                  </a:lnTo>
                  <a:lnTo>
                    <a:pt x="265086" y="22279"/>
                  </a:lnTo>
                  <a:lnTo>
                    <a:pt x="225393" y="22279"/>
                  </a:lnTo>
                  <a:lnTo>
                    <a:pt x="203114" y="0"/>
                  </a:lnTo>
                  <a:close/>
                </a:path>
              </a:pathLst>
            </a:custGeom>
            <a:solidFill>
              <a:srgbClr val="0068E8">
                <a:alpha val="19215"/>
              </a:srgbClr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2570;p87">
              <a:extLst>
                <a:ext uri="{FF2B5EF4-FFF2-40B4-BE49-F238E27FC236}">
                  <a16:creationId xmlns:a16="http://schemas.microsoft.com/office/drawing/2014/main" id="{00AAC312-FBA5-3A66-43E5-97F20DE4713C}"/>
                </a:ext>
              </a:extLst>
            </p:cNvPr>
            <p:cNvSpPr/>
            <p:nvPr/>
          </p:nvSpPr>
          <p:spPr>
            <a:xfrm>
              <a:off x="482975" y="1890475"/>
              <a:ext cx="6789675" cy="1787150"/>
            </a:xfrm>
            <a:custGeom>
              <a:avLst/>
              <a:gdLst/>
              <a:ahLst/>
              <a:cxnLst/>
              <a:rect l="l" t="t" r="r" b="b"/>
              <a:pathLst>
                <a:path w="271587" h="71486" extrusionOk="0">
                  <a:moveTo>
                    <a:pt x="203286" y="624"/>
                  </a:moveTo>
                  <a:lnTo>
                    <a:pt x="225565" y="22903"/>
                  </a:lnTo>
                  <a:lnTo>
                    <a:pt x="265258" y="22903"/>
                  </a:lnTo>
                  <a:lnTo>
                    <a:pt x="270941" y="28607"/>
                  </a:lnTo>
                  <a:lnTo>
                    <a:pt x="270941" y="66944"/>
                  </a:lnTo>
                  <a:lnTo>
                    <a:pt x="267044" y="70861"/>
                  </a:lnTo>
                  <a:lnTo>
                    <a:pt x="4542" y="70861"/>
                  </a:lnTo>
                  <a:lnTo>
                    <a:pt x="624" y="66944"/>
                  </a:lnTo>
                  <a:lnTo>
                    <a:pt x="624" y="4542"/>
                  </a:lnTo>
                  <a:lnTo>
                    <a:pt x="4542" y="624"/>
                  </a:lnTo>
                  <a:close/>
                  <a:moveTo>
                    <a:pt x="4262" y="0"/>
                  </a:moveTo>
                  <a:lnTo>
                    <a:pt x="0" y="4284"/>
                  </a:lnTo>
                  <a:lnTo>
                    <a:pt x="0" y="67202"/>
                  </a:lnTo>
                  <a:lnTo>
                    <a:pt x="4262" y="71485"/>
                  </a:lnTo>
                  <a:lnTo>
                    <a:pt x="267303" y="71485"/>
                  </a:lnTo>
                  <a:lnTo>
                    <a:pt x="271586" y="67202"/>
                  </a:lnTo>
                  <a:lnTo>
                    <a:pt x="271586" y="28349"/>
                  </a:lnTo>
                  <a:lnTo>
                    <a:pt x="265516" y="22279"/>
                  </a:lnTo>
                  <a:lnTo>
                    <a:pt x="225823" y="22279"/>
                  </a:lnTo>
                  <a:lnTo>
                    <a:pt x="203544" y="0"/>
                  </a:ln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2571;p87">
              <a:extLst>
                <a:ext uri="{FF2B5EF4-FFF2-40B4-BE49-F238E27FC236}">
                  <a16:creationId xmlns:a16="http://schemas.microsoft.com/office/drawing/2014/main" id="{2EE00883-84A0-6C70-23F5-4EA251A4118D}"/>
                </a:ext>
              </a:extLst>
            </p:cNvPr>
            <p:cNvSpPr/>
            <p:nvPr/>
          </p:nvSpPr>
          <p:spPr>
            <a:xfrm>
              <a:off x="677225" y="1899625"/>
              <a:ext cx="1804950" cy="1769400"/>
            </a:xfrm>
            <a:custGeom>
              <a:avLst/>
              <a:gdLst/>
              <a:ahLst/>
              <a:cxnLst/>
              <a:rect l="l" t="t" r="r" b="b"/>
              <a:pathLst>
                <a:path w="72198" h="70776" extrusionOk="0">
                  <a:moveTo>
                    <a:pt x="36809" y="1249"/>
                  </a:moveTo>
                  <a:cubicBezTo>
                    <a:pt x="55644" y="1270"/>
                    <a:pt x="70905" y="16531"/>
                    <a:pt x="70927" y="35388"/>
                  </a:cubicBezTo>
                  <a:cubicBezTo>
                    <a:pt x="70927" y="49185"/>
                    <a:pt x="62618" y="61627"/>
                    <a:pt x="49875" y="66901"/>
                  </a:cubicBezTo>
                  <a:cubicBezTo>
                    <a:pt x="45648" y="68654"/>
                    <a:pt x="41210" y="69506"/>
                    <a:pt x="36811" y="69506"/>
                  </a:cubicBezTo>
                  <a:cubicBezTo>
                    <a:pt x="27928" y="69506"/>
                    <a:pt x="19201" y="66032"/>
                    <a:pt x="12679" y="59496"/>
                  </a:cubicBezTo>
                  <a:cubicBezTo>
                    <a:pt x="2907" y="49745"/>
                    <a:pt x="1" y="35065"/>
                    <a:pt x="5274" y="22322"/>
                  </a:cubicBezTo>
                  <a:cubicBezTo>
                    <a:pt x="10570" y="9557"/>
                    <a:pt x="23011" y="1249"/>
                    <a:pt x="36809" y="1249"/>
                  </a:cubicBezTo>
                  <a:close/>
                  <a:moveTo>
                    <a:pt x="36809" y="0"/>
                  </a:moveTo>
                  <a:cubicBezTo>
                    <a:pt x="17307" y="0"/>
                    <a:pt x="1421" y="15864"/>
                    <a:pt x="1421" y="35388"/>
                  </a:cubicBezTo>
                  <a:cubicBezTo>
                    <a:pt x="1421" y="54889"/>
                    <a:pt x="17307" y="70775"/>
                    <a:pt x="36809" y="70775"/>
                  </a:cubicBezTo>
                  <a:cubicBezTo>
                    <a:pt x="56333" y="70775"/>
                    <a:pt x="72197" y="54889"/>
                    <a:pt x="72197" y="35388"/>
                  </a:cubicBezTo>
                  <a:cubicBezTo>
                    <a:pt x="72197" y="15864"/>
                    <a:pt x="56333" y="0"/>
                    <a:pt x="36809" y="0"/>
                  </a:cubicBez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2572;p87">
              <a:extLst>
                <a:ext uri="{FF2B5EF4-FFF2-40B4-BE49-F238E27FC236}">
                  <a16:creationId xmlns:a16="http://schemas.microsoft.com/office/drawing/2014/main" id="{3AAA6D21-13F6-E763-1CB0-D8BB177001C5}"/>
                </a:ext>
              </a:extLst>
            </p:cNvPr>
            <p:cNvSpPr/>
            <p:nvPr/>
          </p:nvSpPr>
          <p:spPr>
            <a:xfrm>
              <a:off x="659475" y="2784300"/>
              <a:ext cx="262625" cy="596275"/>
            </a:xfrm>
            <a:custGeom>
              <a:avLst/>
              <a:gdLst/>
              <a:ahLst/>
              <a:cxnLst/>
              <a:rect l="l" t="t" r="r" b="b"/>
              <a:pathLst>
                <a:path w="10505" h="23851" extrusionOk="0">
                  <a:moveTo>
                    <a:pt x="0" y="1"/>
                  </a:moveTo>
                  <a:cubicBezTo>
                    <a:pt x="0" y="8697"/>
                    <a:pt x="3035" y="17135"/>
                    <a:pt x="8568" y="23851"/>
                  </a:cubicBezTo>
                  <a:lnTo>
                    <a:pt x="10505" y="22258"/>
                  </a:lnTo>
                  <a:cubicBezTo>
                    <a:pt x="5339" y="15972"/>
                    <a:pt x="2519" y="8116"/>
                    <a:pt x="2519" y="1"/>
                  </a:cubicBez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2573;p87">
              <a:extLst>
                <a:ext uri="{FF2B5EF4-FFF2-40B4-BE49-F238E27FC236}">
                  <a16:creationId xmlns:a16="http://schemas.microsoft.com/office/drawing/2014/main" id="{AE7C929C-FC32-198C-FF36-6FBF6B857423}"/>
                </a:ext>
              </a:extLst>
            </p:cNvPr>
            <p:cNvSpPr/>
            <p:nvPr/>
          </p:nvSpPr>
          <p:spPr>
            <a:xfrm>
              <a:off x="1597450" y="2784300"/>
              <a:ext cx="967575" cy="967575"/>
            </a:xfrm>
            <a:custGeom>
              <a:avLst/>
              <a:gdLst/>
              <a:ahLst/>
              <a:cxnLst/>
              <a:rect l="l" t="t" r="r" b="b"/>
              <a:pathLst>
                <a:path w="38703" h="38703" extrusionOk="0">
                  <a:moveTo>
                    <a:pt x="34914" y="1"/>
                  </a:moveTo>
                  <a:cubicBezTo>
                    <a:pt x="34893" y="19266"/>
                    <a:pt x="19265" y="34871"/>
                    <a:pt x="0" y="34914"/>
                  </a:cubicBezTo>
                  <a:lnTo>
                    <a:pt x="0" y="38703"/>
                  </a:lnTo>
                  <a:cubicBezTo>
                    <a:pt x="21332" y="38703"/>
                    <a:pt x="38703" y="21332"/>
                    <a:pt x="38703" y="1"/>
                  </a:cubicBez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2574;p87">
              <a:extLst>
                <a:ext uri="{FF2B5EF4-FFF2-40B4-BE49-F238E27FC236}">
                  <a16:creationId xmlns:a16="http://schemas.microsoft.com/office/drawing/2014/main" id="{2D230DD4-6C41-DD72-3831-88AAAAE23ADC}"/>
                </a:ext>
              </a:extLst>
            </p:cNvPr>
            <p:cNvSpPr/>
            <p:nvPr/>
          </p:nvSpPr>
          <p:spPr>
            <a:xfrm>
              <a:off x="745575" y="1994450"/>
              <a:ext cx="1641350" cy="1579325"/>
            </a:xfrm>
            <a:custGeom>
              <a:avLst/>
              <a:gdLst/>
              <a:ahLst/>
              <a:cxnLst/>
              <a:rect l="l" t="t" r="r" b="b"/>
              <a:pathLst>
                <a:path w="65654" h="63173" extrusionOk="0">
                  <a:moveTo>
                    <a:pt x="34075" y="1266"/>
                  </a:moveTo>
                  <a:cubicBezTo>
                    <a:pt x="50822" y="1287"/>
                    <a:pt x="64383" y="14848"/>
                    <a:pt x="64405" y="31595"/>
                  </a:cubicBezTo>
                  <a:cubicBezTo>
                    <a:pt x="64405" y="43842"/>
                    <a:pt x="57000" y="54906"/>
                    <a:pt x="45677" y="59599"/>
                  </a:cubicBezTo>
                  <a:cubicBezTo>
                    <a:pt x="41933" y="61151"/>
                    <a:pt x="38000" y="61905"/>
                    <a:pt x="34099" y="61905"/>
                  </a:cubicBezTo>
                  <a:cubicBezTo>
                    <a:pt x="26205" y="61905"/>
                    <a:pt x="18442" y="58818"/>
                    <a:pt x="12636" y="53012"/>
                  </a:cubicBezTo>
                  <a:cubicBezTo>
                    <a:pt x="3961" y="44359"/>
                    <a:pt x="1378" y="31315"/>
                    <a:pt x="6071" y="19971"/>
                  </a:cubicBezTo>
                  <a:cubicBezTo>
                    <a:pt x="10763" y="8649"/>
                    <a:pt x="21806" y="1266"/>
                    <a:pt x="34075" y="1266"/>
                  </a:cubicBezTo>
                  <a:close/>
                  <a:moveTo>
                    <a:pt x="34075" y="0"/>
                  </a:moveTo>
                  <a:cubicBezTo>
                    <a:pt x="25855" y="0"/>
                    <a:pt x="17784" y="3206"/>
                    <a:pt x="11753" y="9251"/>
                  </a:cubicBezTo>
                  <a:cubicBezTo>
                    <a:pt x="2713" y="18292"/>
                    <a:pt x="0" y="31874"/>
                    <a:pt x="4887" y="43670"/>
                  </a:cubicBezTo>
                  <a:cubicBezTo>
                    <a:pt x="9795" y="55466"/>
                    <a:pt x="21311" y="63172"/>
                    <a:pt x="34075" y="63172"/>
                  </a:cubicBezTo>
                  <a:cubicBezTo>
                    <a:pt x="51511" y="63151"/>
                    <a:pt x="65631" y="49008"/>
                    <a:pt x="65653" y="31595"/>
                  </a:cubicBezTo>
                  <a:cubicBezTo>
                    <a:pt x="65653" y="18809"/>
                    <a:pt x="57968" y="7293"/>
                    <a:pt x="46173" y="2406"/>
                  </a:cubicBezTo>
                  <a:cubicBezTo>
                    <a:pt x="42257" y="787"/>
                    <a:pt x="38148" y="0"/>
                    <a:pt x="34075" y="0"/>
                  </a:cubicBezTo>
                  <a:close/>
                </a:path>
              </a:pathLst>
            </a:custGeom>
            <a:solidFill>
              <a:srgbClr val="200E75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2575;p87">
              <a:extLst>
                <a:ext uri="{FF2B5EF4-FFF2-40B4-BE49-F238E27FC236}">
                  <a16:creationId xmlns:a16="http://schemas.microsoft.com/office/drawing/2014/main" id="{F40B2B2B-939F-20CA-2C57-AED884AF65C7}"/>
                </a:ext>
              </a:extLst>
            </p:cNvPr>
            <p:cNvSpPr/>
            <p:nvPr/>
          </p:nvSpPr>
          <p:spPr>
            <a:xfrm>
              <a:off x="1597450" y="2012625"/>
              <a:ext cx="771175" cy="771700"/>
            </a:xfrm>
            <a:custGeom>
              <a:avLst/>
              <a:gdLst/>
              <a:ahLst/>
              <a:cxnLst/>
              <a:rect l="l" t="t" r="r" b="b"/>
              <a:pathLst>
                <a:path w="30847" h="30868" extrusionOk="0">
                  <a:moveTo>
                    <a:pt x="0" y="0"/>
                  </a:moveTo>
                  <a:lnTo>
                    <a:pt x="0" y="3789"/>
                  </a:lnTo>
                  <a:cubicBezTo>
                    <a:pt x="14939" y="3810"/>
                    <a:pt x="27036" y="15929"/>
                    <a:pt x="27058" y="30868"/>
                  </a:cubicBezTo>
                  <a:lnTo>
                    <a:pt x="30846" y="30868"/>
                  </a:lnTo>
                  <a:cubicBezTo>
                    <a:pt x="30825" y="13820"/>
                    <a:pt x="17027" y="22"/>
                    <a:pt x="0" y="0"/>
                  </a:cubicBezTo>
                  <a:close/>
                </a:path>
              </a:pathLst>
            </a:custGeom>
            <a:solidFill>
              <a:srgbClr val="200E75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2576;p87">
              <a:extLst>
                <a:ext uri="{FF2B5EF4-FFF2-40B4-BE49-F238E27FC236}">
                  <a16:creationId xmlns:a16="http://schemas.microsoft.com/office/drawing/2014/main" id="{F4C1B69F-F246-0078-B753-EA9587FF1706}"/>
                </a:ext>
              </a:extLst>
            </p:cNvPr>
            <p:cNvSpPr/>
            <p:nvPr/>
          </p:nvSpPr>
          <p:spPr>
            <a:xfrm>
              <a:off x="1581825" y="1803825"/>
              <a:ext cx="31250" cy="111425"/>
            </a:xfrm>
            <a:custGeom>
              <a:avLst/>
              <a:gdLst/>
              <a:ahLst/>
              <a:cxnLst/>
              <a:rect l="l" t="t" r="r" b="b"/>
              <a:pathLst>
                <a:path w="1250" h="4457" extrusionOk="0">
                  <a:moveTo>
                    <a:pt x="1" y="1"/>
                  </a:moveTo>
                  <a:lnTo>
                    <a:pt x="1" y="4456"/>
                  </a:lnTo>
                  <a:lnTo>
                    <a:pt x="1249" y="4456"/>
                  </a:lnTo>
                  <a:lnTo>
                    <a:pt x="1249" y="1"/>
                  </a:ln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2577;p87">
              <a:extLst>
                <a:ext uri="{FF2B5EF4-FFF2-40B4-BE49-F238E27FC236}">
                  <a16:creationId xmlns:a16="http://schemas.microsoft.com/office/drawing/2014/main" id="{2DE7ED38-EA7A-E4CA-8A9C-FF1535450901}"/>
                </a:ext>
              </a:extLst>
            </p:cNvPr>
            <p:cNvSpPr/>
            <p:nvPr/>
          </p:nvSpPr>
          <p:spPr>
            <a:xfrm>
              <a:off x="1581825" y="3652850"/>
              <a:ext cx="31250" cy="111400"/>
            </a:xfrm>
            <a:custGeom>
              <a:avLst/>
              <a:gdLst/>
              <a:ahLst/>
              <a:cxnLst/>
              <a:rect l="l" t="t" r="r" b="b"/>
              <a:pathLst>
                <a:path w="1250" h="4456" extrusionOk="0">
                  <a:moveTo>
                    <a:pt x="1" y="0"/>
                  </a:moveTo>
                  <a:lnTo>
                    <a:pt x="1" y="4456"/>
                  </a:lnTo>
                  <a:lnTo>
                    <a:pt x="1249" y="4456"/>
                  </a:lnTo>
                  <a:lnTo>
                    <a:pt x="1249" y="0"/>
                  </a:ln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2578;p87">
              <a:extLst>
                <a:ext uri="{FF2B5EF4-FFF2-40B4-BE49-F238E27FC236}">
                  <a16:creationId xmlns:a16="http://schemas.microsoft.com/office/drawing/2014/main" id="{66D443C7-EB20-8AFB-36EF-4A5D89F4FC63}"/>
                </a:ext>
              </a:extLst>
            </p:cNvPr>
            <p:cNvSpPr/>
            <p:nvPr/>
          </p:nvSpPr>
          <p:spPr>
            <a:xfrm>
              <a:off x="554000" y="2768150"/>
              <a:ext cx="427300" cy="31775"/>
            </a:xfrm>
            <a:custGeom>
              <a:avLst/>
              <a:gdLst/>
              <a:ahLst/>
              <a:cxnLst/>
              <a:rect l="l" t="t" r="r" b="b"/>
              <a:pathLst>
                <a:path w="17092" h="1271" extrusionOk="0">
                  <a:moveTo>
                    <a:pt x="0" y="1"/>
                  </a:moveTo>
                  <a:lnTo>
                    <a:pt x="0" y="1271"/>
                  </a:lnTo>
                  <a:lnTo>
                    <a:pt x="17092" y="1271"/>
                  </a:lnTo>
                  <a:lnTo>
                    <a:pt x="17092" y="1"/>
                  </a:ln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2579;p87">
              <a:extLst>
                <a:ext uri="{FF2B5EF4-FFF2-40B4-BE49-F238E27FC236}">
                  <a16:creationId xmlns:a16="http://schemas.microsoft.com/office/drawing/2014/main" id="{C29E7EF1-FACD-D162-6FB9-3923BA97B25D}"/>
                </a:ext>
              </a:extLst>
            </p:cNvPr>
            <p:cNvSpPr/>
            <p:nvPr/>
          </p:nvSpPr>
          <p:spPr>
            <a:xfrm>
              <a:off x="2213600" y="2768150"/>
              <a:ext cx="427325" cy="31775"/>
            </a:xfrm>
            <a:custGeom>
              <a:avLst/>
              <a:gdLst/>
              <a:ahLst/>
              <a:cxnLst/>
              <a:rect l="l" t="t" r="r" b="b"/>
              <a:pathLst>
                <a:path w="17093" h="1271" extrusionOk="0">
                  <a:moveTo>
                    <a:pt x="1" y="1"/>
                  </a:moveTo>
                  <a:lnTo>
                    <a:pt x="1" y="1271"/>
                  </a:lnTo>
                  <a:lnTo>
                    <a:pt x="17092" y="1271"/>
                  </a:lnTo>
                  <a:lnTo>
                    <a:pt x="17092" y="1"/>
                  </a:ln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2580;p87">
              <a:extLst>
                <a:ext uri="{FF2B5EF4-FFF2-40B4-BE49-F238E27FC236}">
                  <a16:creationId xmlns:a16="http://schemas.microsoft.com/office/drawing/2014/main" id="{A1F77360-856E-B075-AC1F-DBF12C06F326}"/>
                </a:ext>
              </a:extLst>
            </p:cNvPr>
            <p:cNvSpPr/>
            <p:nvPr/>
          </p:nvSpPr>
          <p:spPr>
            <a:xfrm>
              <a:off x="2625275" y="2679375"/>
              <a:ext cx="31775" cy="209350"/>
            </a:xfrm>
            <a:custGeom>
              <a:avLst/>
              <a:gdLst/>
              <a:ahLst/>
              <a:cxnLst/>
              <a:rect l="l" t="t" r="r" b="b"/>
              <a:pathLst>
                <a:path w="1271" h="8374" extrusionOk="0">
                  <a:moveTo>
                    <a:pt x="1" y="0"/>
                  </a:moveTo>
                  <a:lnTo>
                    <a:pt x="1" y="8373"/>
                  </a:lnTo>
                  <a:lnTo>
                    <a:pt x="1271" y="8373"/>
                  </a:lnTo>
                  <a:lnTo>
                    <a:pt x="1271" y="0"/>
                  </a:ln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2581;p87">
              <a:extLst>
                <a:ext uri="{FF2B5EF4-FFF2-40B4-BE49-F238E27FC236}">
                  <a16:creationId xmlns:a16="http://schemas.microsoft.com/office/drawing/2014/main" id="{F4854B09-E4C0-2060-DC70-45C39FB7BF5C}"/>
                </a:ext>
              </a:extLst>
            </p:cNvPr>
            <p:cNvSpPr/>
            <p:nvPr/>
          </p:nvSpPr>
          <p:spPr>
            <a:xfrm>
              <a:off x="4423200" y="1896925"/>
              <a:ext cx="1637025" cy="94725"/>
            </a:xfrm>
            <a:custGeom>
              <a:avLst/>
              <a:gdLst/>
              <a:ahLst/>
              <a:cxnLst/>
              <a:rect l="l" t="t" r="r" b="b"/>
              <a:pathLst>
                <a:path w="65481" h="3789" extrusionOk="0">
                  <a:moveTo>
                    <a:pt x="0" y="0"/>
                  </a:moveTo>
                  <a:lnTo>
                    <a:pt x="0" y="3789"/>
                  </a:lnTo>
                  <a:lnTo>
                    <a:pt x="65481" y="3789"/>
                  </a:lnTo>
                  <a:lnTo>
                    <a:pt x="65481" y="0"/>
                  </a:lnTo>
                  <a:close/>
                </a:path>
              </a:pathLst>
            </a:custGeom>
            <a:solidFill>
              <a:srgbClr val="0068E8">
                <a:alpha val="40000"/>
              </a:srgbClr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2582;p87">
              <a:extLst>
                <a:ext uri="{FF2B5EF4-FFF2-40B4-BE49-F238E27FC236}">
                  <a16:creationId xmlns:a16="http://schemas.microsoft.com/office/drawing/2014/main" id="{4A5EDA0F-5D93-71D0-3C79-CF625456E176}"/>
                </a:ext>
              </a:extLst>
            </p:cNvPr>
            <p:cNvSpPr/>
            <p:nvPr/>
          </p:nvSpPr>
          <p:spPr>
            <a:xfrm>
              <a:off x="6622025" y="3603875"/>
              <a:ext cx="456900" cy="243250"/>
            </a:xfrm>
            <a:custGeom>
              <a:avLst/>
              <a:gdLst/>
              <a:ahLst/>
              <a:cxnLst/>
              <a:rect l="l" t="t" r="r" b="b"/>
              <a:pathLst>
                <a:path w="18276" h="9730" extrusionOk="0">
                  <a:moveTo>
                    <a:pt x="3789" y="0"/>
                  </a:moveTo>
                  <a:lnTo>
                    <a:pt x="0" y="9730"/>
                  </a:lnTo>
                  <a:lnTo>
                    <a:pt x="1292" y="9730"/>
                  </a:lnTo>
                  <a:lnTo>
                    <a:pt x="5102" y="0"/>
                  </a:lnTo>
                  <a:close/>
                  <a:moveTo>
                    <a:pt x="8201" y="0"/>
                  </a:moveTo>
                  <a:lnTo>
                    <a:pt x="4413" y="9730"/>
                  </a:lnTo>
                  <a:lnTo>
                    <a:pt x="5704" y="9730"/>
                  </a:lnTo>
                  <a:lnTo>
                    <a:pt x="9493" y="0"/>
                  </a:lnTo>
                  <a:close/>
                  <a:moveTo>
                    <a:pt x="12592" y="0"/>
                  </a:moveTo>
                  <a:lnTo>
                    <a:pt x="8804" y="9730"/>
                  </a:lnTo>
                  <a:lnTo>
                    <a:pt x="10096" y="9730"/>
                  </a:lnTo>
                  <a:lnTo>
                    <a:pt x="13884" y="0"/>
                  </a:lnTo>
                  <a:close/>
                  <a:moveTo>
                    <a:pt x="16984" y="0"/>
                  </a:moveTo>
                  <a:lnTo>
                    <a:pt x="13195" y="9730"/>
                  </a:lnTo>
                  <a:lnTo>
                    <a:pt x="14487" y="9730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68E8">
                <a:alpha val="40000"/>
              </a:srgbClr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2583;p87">
              <a:extLst>
                <a:ext uri="{FF2B5EF4-FFF2-40B4-BE49-F238E27FC236}">
                  <a16:creationId xmlns:a16="http://schemas.microsoft.com/office/drawing/2014/main" id="{B1391FC1-3E3F-3CB1-39FE-D212712D0C97}"/>
                </a:ext>
              </a:extLst>
            </p:cNvPr>
            <p:cNvSpPr/>
            <p:nvPr/>
          </p:nvSpPr>
          <p:spPr>
            <a:xfrm>
              <a:off x="2403575" y="1662850"/>
              <a:ext cx="1733350" cy="281450"/>
            </a:xfrm>
            <a:custGeom>
              <a:avLst/>
              <a:gdLst/>
              <a:ahLst/>
              <a:cxnLst/>
              <a:rect l="l" t="t" r="r" b="b"/>
              <a:pathLst>
                <a:path w="69334" h="11258" extrusionOk="0">
                  <a:moveTo>
                    <a:pt x="0" y="0"/>
                  </a:moveTo>
                  <a:lnTo>
                    <a:pt x="0" y="11258"/>
                  </a:lnTo>
                  <a:lnTo>
                    <a:pt x="69334" y="11258"/>
                  </a:lnTo>
                  <a:lnTo>
                    <a:pt x="69334" y="0"/>
                  </a:lnTo>
                  <a:close/>
                </a:path>
              </a:pathLst>
            </a:custGeom>
            <a:solidFill>
              <a:srgbClr val="0068E8">
                <a:alpha val="40000"/>
              </a:srgbClr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2584;p87">
              <a:extLst>
                <a:ext uri="{FF2B5EF4-FFF2-40B4-BE49-F238E27FC236}">
                  <a16:creationId xmlns:a16="http://schemas.microsoft.com/office/drawing/2014/main" id="{264F3C5E-D268-C9A4-018B-21EAC8198D79}"/>
                </a:ext>
              </a:extLst>
            </p:cNvPr>
            <p:cNvSpPr/>
            <p:nvPr/>
          </p:nvSpPr>
          <p:spPr>
            <a:xfrm>
              <a:off x="380175" y="1787675"/>
              <a:ext cx="6995250" cy="1992725"/>
            </a:xfrm>
            <a:custGeom>
              <a:avLst/>
              <a:gdLst/>
              <a:ahLst/>
              <a:cxnLst/>
              <a:rect l="l" t="t" r="r" b="b"/>
              <a:pathLst>
                <a:path w="279810" h="79709" extrusionOk="0">
                  <a:moveTo>
                    <a:pt x="208819" y="1271"/>
                  </a:moveTo>
                  <a:lnTo>
                    <a:pt x="231098" y="23549"/>
                  </a:lnTo>
                  <a:lnTo>
                    <a:pt x="270812" y="23549"/>
                  </a:lnTo>
                  <a:lnTo>
                    <a:pt x="278540" y="31277"/>
                  </a:lnTo>
                  <a:lnTo>
                    <a:pt x="278540" y="72498"/>
                  </a:lnTo>
                  <a:lnTo>
                    <a:pt x="272599" y="78439"/>
                  </a:lnTo>
                  <a:lnTo>
                    <a:pt x="7212" y="78439"/>
                  </a:lnTo>
                  <a:lnTo>
                    <a:pt x="1271" y="72498"/>
                  </a:lnTo>
                  <a:lnTo>
                    <a:pt x="1271" y="7212"/>
                  </a:lnTo>
                  <a:lnTo>
                    <a:pt x="7212" y="1271"/>
                  </a:lnTo>
                  <a:close/>
                  <a:moveTo>
                    <a:pt x="6695" y="1"/>
                  </a:moveTo>
                  <a:lnTo>
                    <a:pt x="1" y="6695"/>
                  </a:lnTo>
                  <a:lnTo>
                    <a:pt x="1" y="73014"/>
                  </a:lnTo>
                  <a:lnTo>
                    <a:pt x="6695" y="79709"/>
                  </a:lnTo>
                  <a:lnTo>
                    <a:pt x="273115" y="79709"/>
                  </a:lnTo>
                  <a:lnTo>
                    <a:pt x="279810" y="73014"/>
                  </a:lnTo>
                  <a:lnTo>
                    <a:pt x="279810" y="30782"/>
                  </a:lnTo>
                  <a:lnTo>
                    <a:pt x="271329" y="22279"/>
                  </a:lnTo>
                  <a:lnTo>
                    <a:pt x="231636" y="22279"/>
                  </a:lnTo>
                  <a:lnTo>
                    <a:pt x="209357" y="1"/>
                  </a:ln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2585;p87">
              <a:extLst>
                <a:ext uri="{FF2B5EF4-FFF2-40B4-BE49-F238E27FC236}">
                  <a16:creationId xmlns:a16="http://schemas.microsoft.com/office/drawing/2014/main" id="{AAF20DDE-B34E-C933-173B-0CB4370BDC72}"/>
                </a:ext>
              </a:extLst>
            </p:cNvPr>
            <p:cNvSpPr/>
            <p:nvPr/>
          </p:nvSpPr>
          <p:spPr>
            <a:xfrm>
              <a:off x="238125" y="1961500"/>
              <a:ext cx="62975" cy="789475"/>
            </a:xfrm>
            <a:custGeom>
              <a:avLst/>
              <a:gdLst/>
              <a:ahLst/>
              <a:cxnLst/>
              <a:rect l="l" t="t" r="r" b="b"/>
              <a:pathLst>
                <a:path w="2519" h="31579" extrusionOk="0">
                  <a:moveTo>
                    <a:pt x="0" y="1"/>
                  </a:moveTo>
                  <a:lnTo>
                    <a:pt x="0" y="883"/>
                  </a:lnTo>
                  <a:lnTo>
                    <a:pt x="2518" y="883"/>
                  </a:lnTo>
                  <a:lnTo>
                    <a:pt x="2518" y="1"/>
                  </a:lnTo>
                  <a:close/>
                  <a:moveTo>
                    <a:pt x="0" y="3401"/>
                  </a:moveTo>
                  <a:lnTo>
                    <a:pt x="0" y="4284"/>
                  </a:lnTo>
                  <a:lnTo>
                    <a:pt x="2518" y="4284"/>
                  </a:lnTo>
                  <a:lnTo>
                    <a:pt x="2518" y="3401"/>
                  </a:lnTo>
                  <a:close/>
                  <a:moveTo>
                    <a:pt x="0" y="6824"/>
                  </a:moveTo>
                  <a:lnTo>
                    <a:pt x="0" y="7707"/>
                  </a:lnTo>
                  <a:lnTo>
                    <a:pt x="2518" y="7707"/>
                  </a:lnTo>
                  <a:lnTo>
                    <a:pt x="2518" y="6824"/>
                  </a:lnTo>
                  <a:close/>
                  <a:moveTo>
                    <a:pt x="0" y="10225"/>
                  </a:moveTo>
                  <a:lnTo>
                    <a:pt x="0" y="11108"/>
                  </a:lnTo>
                  <a:lnTo>
                    <a:pt x="2518" y="11108"/>
                  </a:lnTo>
                  <a:lnTo>
                    <a:pt x="2518" y="10225"/>
                  </a:lnTo>
                  <a:close/>
                  <a:moveTo>
                    <a:pt x="0" y="13626"/>
                  </a:moveTo>
                  <a:lnTo>
                    <a:pt x="0" y="14530"/>
                  </a:lnTo>
                  <a:lnTo>
                    <a:pt x="2518" y="14530"/>
                  </a:lnTo>
                  <a:lnTo>
                    <a:pt x="2518" y="13626"/>
                  </a:lnTo>
                  <a:close/>
                  <a:moveTo>
                    <a:pt x="0" y="17048"/>
                  </a:moveTo>
                  <a:lnTo>
                    <a:pt x="0" y="17931"/>
                  </a:lnTo>
                  <a:lnTo>
                    <a:pt x="2518" y="17931"/>
                  </a:lnTo>
                  <a:lnTo>
                    <a:pt x="2518" y="17048"/>
                  </a:lnTo>
                  <a:close/>
                  <a:moveTo>
                    <a:pt x="0" y="20449"/>
                  </a:moveTo>
                  <a:lnTo>
                    <a:pt x="0" y="21332"/>
                  </a:lnTo>
                  <a:lnTo>
                    <a:pt x="2518" y="21332"/>
                  </a:lnTo>
                  <a:lnTo>
                    <a:pt x="2518" y="20449"/>
                  </a:lnTo>
                  <a:close/>
                  <a:moveTo>
                    <a:pt x="0" y="23872"/>
                  </a:moveTo>
                  <a:lnTo>
                    <a:pt x="0" y="24755"/>
                  </a:lnTo>
                  <a:lnTo>
                    <a:pt x="2518" y="24755"/>
                  </a:lnTo>
                  <a:lnTo>
                    <a:pt x="2518" y="23872"/>
                  </a:lnTo>
                  <a:close/>
                  <a:moveTo>
                    <a:pt x="0" y="27273"/>
                  </a:moveTo>
                  <a:lnTo>
                    <a:pt x="0" y="28155"/>
                  </a:lnTo>
                  <a:lnTo>
                    <a:pt x="2518" y="28155"/>
                  </a:lnTo>
                  <a:lnTo>
                    <a:pt x="2518" y="27273"/>
                  </a:lnTo>
                  <a:close/>
                  <a:moveTo>
                    <a:pt x="0" y="30695"/>
                  </a:moveTo>
                  <a:lnTo>
                    <a:pt x="0" y="31578"/>
                  </a:lnTo>
                  <a:lnTo>
                    <a:pt x="2518" y="31578"/>
                  </a:lnTo>
                  <a:lnTo>
                    <a:pt x="2518" y="30695"/>
                  </a:ln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2586;p87">
              <a:extLst>
                <a:ext uri="{FF2B5EF4-FFF2-40B4-BE49-F238E27FC236}">
                  <a16:creationId xmlns:a16="http://schemas.microsoft.com/office/drawing/2014/main" id="{D4CA4A19-5D4E-0CD6-1926-58D667884840}"/>
                </a:ext>
              </a:extLst>
            </p:cNvPr>
            <p:cNvSpPr/>
            <p:nvPr/>
          </p:nvSpPr>
          <p:spPr>
            <a:xfrm>
              <a:off x="805300" y="1857650"/>
              <a:ext cx="388025" cy="332050"/>
            </a:xfrm>
            <a:custGeom>
              <a:avLst/>
              <a:gdLst/>
              <a:ahLst/>
              <a:cxnLst/>
              <a:rect l="l" t="t" r="r" b="b"/>
              <a:pathLst>
                <a:path w="15521" h="13282" extrusionOk="0">
                  <a:moveTo>
                    <a:pt x="13885" y="0"/>
                  </a:moveTo>
                  <a:cubicBezTo>
                    <a:pt x="8525" y="2583"/>
                    <a:pt x="3789" y="6286"/>
                    <a:pt x="1" y="10849"/>
                  </a:cubicBezTo>
                  <a:lnTo>
                    <a:pt x="2907" y="13281"/>
                  </a:lnTo>
                  <a:cubicBezTo>
                    <a:pt x="6351" y="9127"/>
                    <a:pt x="10656" y="5747"/>
                    <a:pt x="15521" y="3401"/>
                  </a:cubicBezTo>
                  <a:lnTo>
                    <a:pt x="13885" y="0"/>
                  </a:lnTo>
                  <a:close/>
                </a:path>
              </a:pathLst>
            </a:custGeom>
            <a:solidFill>
              <a:srgbClr val="0068E8">
                <a:alpha val="40000"/>
              </a:srgbClr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2587;p87">
              <a:extLst>
                <a:ext uri="{FF2B5EF4-FFF2-40B4-BE49-F238E27FC236}">
                  <a16:creationId xmlns:a16="http://schemas.microsoft.com/office/drawing/2014/main" id="{D63A6F99-C41B-B58F-F52B-D36A4BCF39D5}"/>
                </a:ext>
              </a:extLst>
            </p:cNvPr>
            <p:cNvSpPr/>
            <p:nvPr/>
          </p:nvSpPr>
          <p:spPr>
            <a:xfrm>
              <a:off x="728350" y="3848725"/>
              <a:ext cx="3064700" cy="183525"/>
            </a:xfrm>
            <a:custGeom>
              <a:avLst/>
              <a:gdLst/>
              <a:ahLst/>
              <a:cxnLst/>
              <a:rect l="l" t="t" r="r" b="b"/>
              <a:pathLst>
                <a:path w="122588" h="7341" extrusionOk="0">
                  <a:moveTo>
                    <a:pt x="1" y="0"/>
                  </a:moveTo>
                  <a:lnTo>
                    <a:pt x="1" y="7341"/>
                  </a:lnTo>
                  <a:lnTo>
                    <a:pt x="1572" y="7341"/>
                  </a:lnTo>
                  <a:lnTo>
                    <a:pt x="1572" y="0"/>
                  </a:lnTo>
                  <a:close/>
                  <a:moveTo>
                    <a:pt x="3036" y="0"/>
                  </a:moveTo>
                  <a:lnTo>
                    <a:pt x="3036" y="7341"/>
                  </a:lnTo>
                  <a:lnTo>
                    <a:pt x="4586" y="7341"/>
                  </a:lnTo>
                  <a:lnTo>
                    <a:pt x="4586" y="0"/>
                  </a:lnTo>
                  <a:close/>
                  <a:moveTo>
                    <a:pt x="6049" y="0"/>
                  </a:moveTo>
                  <a:lnTo>
                    <a:pt x="6049" y="7341"/>
                  </a:lnTo>
                  <a:lnTo>
                    <a:pt x="7621" y="7341"/>
                  </a:lnTo>
                  <a:lnTo>
                    <a:pt x="7621" y="0"/>
                  </a:lnTo>
                  <a:close/>
                  <a:moveTo>
                    <a:pt x="9084" y="0"/>
                  </a:moveTo>
                  <a:lnTo>
                    <a:pt x="9084" y="7341"/>
                  </a:lnTo>
                  <a:lnTo>
                    <a:pt x="10634" y="7341"/>
                  </a:lnTo>
                  <a:lnTo>
                    <a:pt x="10634" y="0"/>
                  </a:lnTo>
                  <a:close/>
                  <a:moveTo>
                    <a:pt x="12119" y="0"/>
                  </a:moveTo>
                  <a:lnTo>
                    <a:pt x="12119" y="7341"/>
                  </a:lnTo>
                  <a:lnTo>
                    <a:pt x="13669" y="7341"/>
                  </a:lnTo>
                  <a:lnTo>
                    <a:pt x="13669" y="0"/>
                  </a:lnTo>
                  <a:close/>
                  <a:moveTo>
                    <a:pt x="15133" y="0"/>
                  </a:moveTo>
                  <a:lnTo>
                    <a:pt x="15133" y="7341"/>
                  </a:lnTo>
                  <a:lnTo>
                    <a:pt x="16704" y="7341"/>
                  </a:lnTo>
                  <a:lnTo>
                    <a:pt x="16704" y="0"/>
                  </a:lnTo>
                  <a:close/>
                  <a:moveTo>
                    <a:pt x="18168" y="0"/>
                  </a:moveTo>
                  <a:lnTo>
                    <a:pt x="18168" y="7341"/>
                  </a:lnTo>
                  <a:lnTo>
                    <a:pt x="19718" y="7341"/>
                  </a:lnTo>
                  <a:lnTo>
                    <a:pt x="19718" y="0"/>
                  </a:lnTo>
                  <a:close/>
                  <a:moveTo>
                    <a:pt x="21182" y="0"/>
                  </a:moveTo>
                  <a:lnTo>
                    <a:pt x="21182" y="7341"/>
                  </a:lnTo>
                  <a:lnTo>
                    <a:pt x="22753" y="7341"/>
                  </a:lnTo>
                  <a:lnTo>
                    <a:pt x="22753" y="0"/>
                  </a:lnTo>
                  <a:close/>
                  <a:moveTo>
                    <a:pt x="24217" y="0"/>
                  </a:moveTo>
                  <a:lnTo>
                    <a:pt x="24217" y="7341"/>
                  </a:lnTo>
                  <a:lnTo>
                    <a:pt x="25767" y="7341"/>
                  </a:lnTo>
                  <a:lnTo>
                    <a:pt x="25767" y="0"/>
                  </a:lnTo>
                  <a:close/>
                  <a:moveTo>
                    <a:pt x="27230" y="0"/>
                  </a:moveTo>
                  <a:lnTo>
                    <a:pt x="27230" y="7341"/>
                  </a:lnTo>
                  <a:lnTo>
                    <a:pt x="28802" y="7341"/>
                  </a:lnTo>
                  <a:lnTo>
                    <a:pt x="28802" y="0"/>
                  </a:lnTo>
                  <a:close/>
                  <a:moveTo>
                    <a:pt x="30265" y="0"/>
                  </a:moveTo>
                  <a:lnTo>
                    <a:pt x="30265" y="7341"/>
                  </a:lnTo>
                  <a:lnTo>
                    <a:pt x="31815" y="7341"/>
                  </a:lnTo>
                  <a:lnTo>
                    <a:pt x="31815" y="0"/>
                  </a:lnTo>
                  <a:close/>
                  <a:moveTo>
                    <a:pt x="33300" y="0"/>
                  </a:moveTo>
                  <a:lnTo>
                    <a:pt x="33300" y="7341"/>
                  </a:lnTo>
                  <a:lnTo>
                    <a:pt x="34850" y="7341"/>
                  </a:lnTo>
                  <a:lnTo>
                    <a:pt x="34850" y="0"/>
                  </a:lnTo>
                  <a:close/>
                  <a:moveTo>
                    <a:pt x="36314" y="0"/>
                  </a:moveTo>
                  <a:lnTo>
                    <a:pt x="36314" y="7341"/>
                  </a:lnTo>
                  <a:lnTo>
                    <a:pt x="37885" y="7341"/>
                  </a:lnTo>
                  <a:lnTo>
                    <a:pt x="37885" y="0"/>
                  </a:lnTo>
                  <a:close/>
                  <a:moveTo>
                    <a:pt x="39349" y="0"/>
                  </a:moveTo>
                  <a:lnTo>
                    <a:pt x="39349" y="7341"/>
                  </a:lnTo>
                  <a:lnTo>
                    <a:pt x="40899" y="7341"/>
                  </a:lnTo>
                  <a:lnTo>
                    <a:pt x="40899" y="0"/>
                  </a:lnTo>
                  <a:close/>
                  <a:moveTo>
                    <a:pt x="42363" y="0"/>
                  </a:moveTo>
                  <a:lnTo>
                    <a:pt x="42363" y="7341"/>
                  </a:lnTo>
                  <a:lnTo>
                    <a:pt x="43934" y="7341"/>
                  </a:lnTo>
                  <a:lnTo>
                    <a:pt x="43934" y="0"/>
                  </a:lnTo>
                  <a:close/>
                  <a:moveTo>
                    <a:pt x="45398" y="0"/>
                  </a:moveTo>
                  <a:lnTo>
                    <a:pt x="45398" y="7341"/>
                  </a:lnTo>
                  <a:lnTo>
                    <a:pt x="46948" y="7341"/>
                  </a:lnTo>
                  <a:lnTo>
                    <a:pt x="46948" y="0"/>
                  </a:lnTo>
                  <a:close/>
                  <a:moveTo>
                    <a:pt x="48411" y="0"/>
                  </a:moveTo>
                  <a:lnTo>
                    <a:pt x="48411" y="7341"/>
                  </a:lnTo>
                  <a:lnTo>
                    <a:pt x="49983" y="7341"/>
                  </a:lnTo>
                  <a:lnTo>
                    <a:pt x="49983" y="0"/>
                  </a:lnTo>
                  <a:close/>
                  <a:moveTo>
                    <a:pt x="51446" y="0"/>
                  </a:moveTo>
                  <a:lnTo>
                    <a:pt x="51446" y="7341"/>
                  </a:lnTo>
                  <a:lnTo>
                    <a:pt x="52996" y="7341"/>
                  </a:lnTo>
                  <a:lnTo>
                    <a:pt x="52996" y="0"/>
                  </a:lnTo>
                  <a:close/>
                  <a:moveTo>
                    <a:pt x="54482" y="0"/>
                  </a:moveTo>
                  <a:lnTo>
                    <a:pt x="54482" y="7341"/>
                  </a:lnTo>
                  <a:lnTo>
                    <a:pt x="56031" y="7341"/>
                  </a:lnTo>
                  <a:lnTo>
                    <a:pt x="56031" y="0"/>
                  </a:lnTo>
                  <a:close/>
                  <a:moveTo>
                    <a:pt x="57495" y="0"/>
                  </a:moveTo>
                  <a:lnTo>
                    <a:pt x="57495" y="7341"/>
                  </a:lnTo>
                  <a:lnTo>
                    <a:pt x="59045" y="7341"/>
                  </a:lnTo>
                  <a:lnTo>
                    <a:pt x="59045" y="0"/>
                  </a:lnTo>
                  <a:close/>
                  <a:moveTo>
                    <a:pt x="60530" y="0"/>
                  </a:moveTo>
                  <a:lnTo>
                    <a:pt x="60530" y="7341"/>
                  </a:lnTo>
                  <a:lnTo>
                    <a:pt x="62080" y="7341"/>
                  </a:lnTo>
                  <a:lnTo>
                    <a:pt x="62080" y="0"/>
                  </a:lnTo>
                  <a:close/>
                  <a:moveTo>
                    <a:pt x="63544" y="0"/>
                  </a:moveTo>
                  <a:lnTo>
                    <a:pt x="63544" y="7341"/>
                  </a:lnTo>
                  <a:lnTo>
                    <a:pt x="65115" y="7341"/>
                  </a:lnTo>
                  <a:lnTo>
                    <a:pt x="65115" y="0"/>
                  </a:lnTo>
                  <a:close/>
                  <a:moveTo>
                    <a:pt x="66579" y="0"/>
                  </a:moveTo>
                  <a:lnTo>
                    <a:pt x="66579" y="7341"/>
                  </a:lnTo>
                  <a:lnTo>
                    <a:pt x="68129" y="7341"/>
                  </a:lnTo>
                  <a:lnTo>
                    <a:pt x="68129" y="0"/>
                  </a:lnTo>
                  <a:close/>
                  <a:moveTo>
                    <a:pt x="69592" y="0"/>
                  </a:moveTo>
                  <a:lnTo>
                    <a:pt x="69592" y="7341"/>
                  </a:lnTo>
                  <a:lnTo>
                    <a:pt x="71164" y="7341"/>
                  </a:lnTo>
                  <a:lnTo>
                    <a:pt x="71164" y="0"/>
                  </a:lnTo>
                  <a:close/>
                  <a:moveTo>
                    <a:pt x="72627" y="0"/>
                  </a:moveTo>
                  <a:lnTo>
                    <a:pt x="72627" y="7341"/>
                  </a:lnTo>
                  <a:lnTo>
                    <a:pt x="74177" y="7341"/>
                  </a:lnTo>
                  <a:lnTo>
                    <a:pt x="74177" y="0"/>
                  </a:lnTo>
                  <a:close/>
                  <a:moveTo>
                    <a:pt x="75641" y="0"/>
                  </a:moveTo>
                  <a:lnTo>
                    <a:pt x="75641" y="7341"/>
                  </a:lnTo>
                  <a:lnTo>
                    <a:pt x="77191" y="7341"/>
                  </a:lnTo>
                  <a:lnTo>
                    <a:pt x="77212" y="0"/>
                  </a:lnTo>
                  <a:close/>
                  <a:moveTo>
                    <a:pt x="78676" y="0"/>
                  </a:moveTo>
                  <a:lnTo>
                    <a:pt x="78676" y="7341"/>
                  </a:lnTo>
                  <a:lnTo>
                    <a:pt x="80226" y="7341"/>
                  </a:lnTo>
                  <a:lnTo>
                    <a:pt x="80226" y="0"/>
                  </a:lnTo>
                  <a:close/>
                  <a:moveTo>
                    <a:pt x="81711" y="0"/>
                  </a:moveTo>
                  <a:lnTo>
                    <a:pt x="81711" y="7341"/>
                  </a:lnTo>
                  <a:lnTo>
                    <a:pt x="83261" y="7341"/>
                  </a:lnTo>
                  <a:lnTo>
                    <a:pt x="83261" y="0"/>
                  </a:lnTo>
                  <a:close/>
                  <a:moveTo>
                    <a:pt x="84725" y="0"/>
                  </a:moveTo>
                  <a:lnTo>
                    <a:pt x="84725" y="7341"/>
                  </a:lnTo>
                  <a:lnTo>
                    <a:pt x="86296" y="7341"/>
                  </a:lnTo>
                  <a:lnTo>
                    <a:pt x="86296" y="0"/>
                  </a:lnTo>
                  <a:close/>
                  <a:moveTo>
                    <a:pt x="87760" y="0"/>
                  </a:moveTo>
                  <a:lnTo>
                    <a:pt x="87760" y="7341"/>
                  </a:lnTo>
                  <a:lnTo>
                    <a:pt x="89310" y="7341"/>
                  </a:lnTo>
                  <a:lnTo>
                    <a:pt x="89310" y="0"/>
                  </a:lnTo>
                  <a:close/>
                  <a:moveTo>
                    <a:pt x="90773" y="0"/>
                  </a:moveTo>
                  <a:lnTo>
                    <a:pt x="90773" y="7341"/>
                  </a:lnTo>
                  <a:lnTo>
                    <a:pt x="92345" y="7341"/>
                  </a:lnTo>
                  <a:lnTo>
                    <a:pt x="92345" y="0"/>
                  </a:lnTo>
                  <a:close/>
                  <a:moveTo>
                    <a:pt x="93808" y="0"/>
                  </a:moveTo>
                  <a:lnTo>
                    <a:pt x="93808" y="7341"/>
                  </a:lnTo>
                  <a:lnTo>
                    <a:pt x="95358" y="7341"/>
                  </a:lnTo>
                  <a:lnTo>
                    <a:pt x="95358" y="0"/>
                  </a:lnTo>
                  <a:close/>
                  <a:moveTo>
                    <a:pt x="96822" y="0"/>
                  </a:moveTo>
                  <a:lnTo>
                    <a:pt x="96822" y="7341"/>
                  </a:lnTo>
                  <a:lnTo>
                    <a:pt x="98393" y="7341"/>
                  </a:lnTo>
                  <a:lnTo>
                    <a:pt x="98393" y="0"/>
                  </a:lnTo>
                  <a:close/>
                  <a:moveTo>
                    <a:pt x="99857" y="0"/>
                  </a:moveTo>
                  <a:lnTo>
                    <a:pt x="99857" y="7341"/>
                  </a:lnTo>
                  <a:lnTo>
                    <a:pt x="101407" y="7341"/>
                  </a:lnTo>
                  <a:lnTo>
                    <a:pt x="101407" y="0"/>
                  </a:lnTo>
                  <a:close/>
                  <a:moveTo>
                    <a:pt x="102871" y="0"/>
                  </a:moveTo>
                  <a:lnTo>
                    <a:pt x="102871" y="7341"/>
                  </a:lnTo>
                  <a:lnTo>
                    <a:pt x="104442" y="7341"/>
                  </a:lnTo>
                  <a:lnTo>
                    <a:pt x="104442" y="0"/>
                  </a:lnTo>
                  <a:close/>
                  <a:moveTo>
                    <a:pt x="105906" y="0"/>
                  </a:moveTo>
                  <a:lnTo>
                    <a:pt x="105906" y="7341"/>
                  </a:lnTo>
                  <a:lnTo>
                    <a:pt x="107456" y="7341"/>
                  </a:lnTo>
                  <a:lnTo>
                    <a:pt x="107456" y="0"/>
                  </a:lnTo>
                  <a:close/>
                  <a:moveTo>
                    <a:pt x="108919" y="0"/>
                  </a:moveTo>
                  <a:lnTo>
                    <a:pt x="108919" y="7341"/>
                  </a:lnTo>
                  <a:lnTo>
                    <a:pt x="110491" y="7341"/>
                  </a:lnTo>
                  <a:lnTo>
                    <a:pt x="110491" y="0"/>
                  </a:lnTo>
                  <a:close/>
                  <a:moveTo>
                    <a:pt x="111976" y="0"/>
                  </a:moveTo>
                  <a:lnTo>
                    <a:pt x="111976" y="7341"/>
                  </a:lnTo>
                  <a:lnTo>
                    <a:pt x="113526" y="7341"/>
                  </a:lnTo>
                  <a:lnTo>
                    <a:pt x="113504" y="0"/>
                  </a:lnTo>
                  <a:close/>
                  <a:moveTo>
                    <a:pt x="114989" y="0"/>
                  </a:moveTo>
                  <a:lnTo>
                    <a:pt x="114989" y="7341"/>
                  </a:lnTo>
                  <a:lnTo>
                    <a:pt x="116539" y="7341"/>
                  </a:lnTo>
                  <a:lnTo>
                    <a:pt x="116539" y="0"/>
                  </a:lnTo>
                  <a:close/>
                  <a:moveTo>
                    <a:pt x="118003" y="0"/>
                  </a:moveTo>
                  <a:lnTo>
                    <a:pt x="118003" y="7341"/>
                  </a:lnTo>
                  <a:lnTo>
                    <a:pt x="119574" y="7341"/>
                  </a:lnTo>
                  <a:lnTo>
                    <a:pt x="119574" y="0"/>
                  </a:lnTo>
                  <a:close/>
                  <a:moveTo>
                    <a:pt x="121038" y="0"/>
                  </a:moveTo>
                  <a:lnTo>
                    <a:pt x="121038" y="7341"/>
                  </a:lnTo>
                  <a:lnTo>
                    <a:pt x="122588" y="7341"/>
                  </a:lnTo>
                  <a:lnTo>
                    <a:pt x="122588" y="0"/>
                  </a:lnTo>
                  <a:close/>
                </a:path>
              </a:pathLst>
            </a:custGeom>
            <a:solidFill>
              <a:srgbClr val="0068E8">
                <a:alpha val="40000"/>
              </a:srgbClr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2588;p87">
              <a:extLst>
                <a:ext uri="{FF2B5EF4-FFF2-40B4-BE49-F238E27FC236}">
                  <a16:creationId xmlns:a16="http://schemas.microsoft.com/office/drawing/2014/main" id="{C689F157-7005-DACC-71E1-D0836200AD5A}"/>
                </a:ext>
              </a:extLst>
            </p:cNvPr>
            <p:cNvSpPr/>
            <p:nvPr/>
          </p:nvSpPr>
          <p:spPr>
            <a:xfrm>
              <a:off x="3877525" y="3848175"/>
              <a:ext cx="1971750" cy="31775"/>
            </a:xfrm>
            <a:custGeom>
              <a:avLst/>
              <a:gdLst/>
              <a:ahLst/>
              <a:cxnLst/>
              <a:rect l="l" t="t" r="r" b="b"/>
              <a:pathLst>
                <a:path w="78870" h="1271" extrusionOk="0">
                  <a:moveTo>
                    <a:pt x="0" y="1"/>
                  </a:moveTo>
                  <a:lnTo>
                    <a:pt x="0" y="1271"/>
                  </a:lnTo>
                  <a:lnTo>
                    <a:pt x="78870" y="1271"/>
                  </a:lnTo>
                  <a:lnTo>
                    <a:pt x="78870" y="1"/>
                  </a:lnTo>
                  <a:close/>
                </a:path>
              </a:pathLst>
            </a:custGeom>
            <a:solidFill>
              <a:srgbClr val="0068E8">
                <a:alpha val="40000"/>
              </a:srgbClr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2589;p87">
              <a:extLst>
                <a:ext uri="{FF2B5EF4-FFF2-40B4-BE49-F238E27FC236}">
                  <a16:creationId xmlns:a16="http://schemas.microsoft.com/office/drawing/2014/main" id="{8A39FB6F-D2A5-5B16-17A4-C875C95604C7}"/>
                </a:ext>
              </a:extLst>
            </p:cNvPr>
            <p:cNvSpPr/>
            <p:nvPr/>
          </p:nvSpPr>
          <p:spPr>
            <a:xfrm>
              <a:off x="858050" y="2044375"/>
              <a:ext cx="1478825" cy="1479350"/>
            </a:xfrm>
            <a:custGeom>
              <a:avLst/>
              <a:gdLst/>
              <a:ahLst/>
              <a:cxnLst/>
              <a:rect l="l" t="t" r="r" b="b"/>
              <a:pathLst>
                <a:path w="59153" h="59174" extrusionOk="0">
                  <a:moveTo>
                    <a:pt x="29576" y="0"/>
                  </a:moveTo>
                  <a:lnTo>
                    <a:pt x="29576" y="1270"/>
                  </a:lnTo>
                  <a:lnTo>
                    <a:pt x="30071" y="1270"/>
                  </a:lnTo>
                  <a:lnTo>
                    <a:pt x="30093" y="0"/>
                  </a:lnTo>
                  <a:close/>
                  <a:moveTo>
                    <a:pt x="28285" y="22"/>
                  </a:moveTo>
                  <a:lnTo>
                    <a:pt x="27790" y="43"/>
                  </a:lnTo>
                  <a:lnTo>
                    <a:pt x="27854" y="1313"/>
                  </a:lnTo>
                  <a:lnTo>
                    <a:pt x="28349" y="1292"/>
                  </a:lnTo>
                  <a:lnTo>
                    <a:pt x="28285" y="22"/>
                  </a:lnTo>
                  <a:close/>
                  <a:moveTo>
                    <a:pt x="31384" y="65"/>
                  </a:moveTo>
                  <a:lnTo>
                    <a:pt x="31298" y="1313"/>
                  </a:lnTo>
                  <a:lnTo>
                    <a:pt x="31793" y="1356"/>
                  </a:lnTo>
                  <a:lnTo>
                    <a:pt x="31901" y="86"/>
                  </a:lnTo>
                  <a:lnTo>
                    <a:pt x="31384" y="65"/>
                  </a:lnTo>
                  <a:close/>
                  <a:moveTo>
                    <a:pt x="26520" y="151"/>
                  </a:moveTo>
                  <a:lnTo>
                    <a:pt x="26003" y="216"/>
                  </a:lnTo>
                  <a:lnTo>
                    <a:pt x="26154" y="1464"/>
                  </a:lnTo>
                  <a:lnTo>
                    <a:pt x="26649" y="1421"/>
                  </a:lnTo>
                  <a:lnTo>
                    <a:pt x="26520" y="151"/>
                  </a:lnTo>
                  <a:close/>
                  <a:moveTo>
                    <a:pt x="33192" y="216"/>
                  </a:moveTo>
                  <a:lnTo>
                    <a:pt x="33042" y="1464"/>
                  </a:lnTo>
                  <a:lnTo>
                    <a:pt x="33537" y="1529"/>
                  </a:lnTo>
                  <a:lnTo>
                    <a:pt x="33709" y="280"/>
                  </a:lnTo>
                  <a:lnTo>
                    <a:pt x="33192" y="216"/>
                  </a:lnTo>
                  <a:close/>
                  <a:moveTo>
                    <a:pt x="24711" y="388"/>
                  </a:moveTo>
                  <a:lnTo>
                    <a:pt x="24216" y="495"/>
                  </a:lnTo>
                  <a:lnTo>
                    <a:pt x="24453" y="1722"/>
                  </a:lnTo>
                  <a:lnTo>
                    <a:pt x="24927" y="1636"/>
                  </a:lnTo>
                  <a:lnTo>
                    <a:pt x="24711" y="388"/>
                  </a:lnTo>
                  <a:close/>
                  <a:moveTo>
                    <a:pt x="34979" y="474"/>
                  </a:moveTo>
                  <a:lnTo>
                    <a:pt x="34742" y="1722"/>
                  </a:lnTo>
                  <a:lnTo>
                    <a:pt x="35237" y="1809"/>
                  </a:lnTo>
                  <a:lnTo>
                    <a:pt x="35474" y="603"/>
                  </a:lnTo>
                  <a:lnTo>
                    <a:pt x="34979" y="474"/>
                  </a:lnTo>
                  <a:close/>
                  <a:moveTo>
                    <a:pt x="22968" y="732"/>
                  </a:moveTo>
                  <a:lnTo>
                    <a:pt x="22451" y="861"/>
                  </a:lnTo>
                  <a:lnTo>
                    <a:pt x="22753" y="2088"/>
                  </a:lnTo>
                  <a:lnTo>
                    <a:pt x="23226" y="1959"/>
                  </a:lnTo>
                  <a:lnTo>
                    <a:pt x="22968" y="732"/>
                  </a:lnTo>
                  <a:close/>
                  <a:moveTo>
                    <a:pt x="36744" y="861"/>
                  </a:moveTo>
                  <a:lnTo>
                    <a:pt x="36443" y="2088"/>
                  </a:lnTo>
                  <a:lnTo>
                    <a:pt x="36916" y="2217"/>
                  </a:lnTo>
                  <a:lnTo>
                    <a:pt x="37239" y="991"/>
                  </a:lnTo>
                  <a:lnTo>
                    <a:pt x="36744" y="861"/>
                  </a:lnTo>
                  <a:close/>
                  <a:moveTo>
                    <a:pt x="21203" y="1206"/>
                  </a:moveTo>
                  <a:lnTo>
                    <a:pt x="20708" y="1356"/>
                  </a:lnTo>
                  <a:lnTo>
                    <a:pt x="21074" y="2562"/>
                  </a:lnTo>
                  <a:lnTo>
                    <a:pt x="21569" y="2411"/>
                  </a:lnTo>
                  <a:lnTo>
                    <a:pt x="21203" y="1206"/>
                  </a:lnTo>
                  <a:close/>
                  <a:moveTo>
                    <a:pt x="38488" y="1378"/>
                  </a:moveTo>
                  <a:lnTo>
                    <a:pt x="38100" y="2583"/>
                  </a:lnTo>
                  <a:lnTo>
                    <a:pt x="38574" y="2734"/>
                  </a:lnTo>
                  <a:lnTo>
                    <a:pt x="38961" y="1529"/>
                  </a:lnTo>
                  <a:lnTo>
                    <a:pt x="38488" y="1378"/>
                  </a:lnTo>
                  <a:close/>
                  <a:moveTo>
                    <a:pt x="19481" y="1765"/>
                  </a:moveTo>
                  <a:lnTo>
                    <a:pt x="19007" y="1938"/>
                  </a:lnTo>
                  <a:lnTo>
                    <a:pt x="19459" y="3143"/>
                  </a:lnTo>
                  <a:lnTo>
                    <a:pt x="19933" y="2949"/>
                  </a:lnTo>
                  <a:lnTo>
                    <a:pt x="19481" y="1765"/>
                  </a:lnTo>
                  <a:close/>
                  <a:moveTo>
                    <a:pt x="40188" y="1959"/>
                  </a:moveTo>
                  <a:lnTo>
                    <a:pt x="39736" y="3143"/>
                  </a:lnTo>
                  <a:lnTo>
                    <a:pt x="40210" y="3337"/>
                  </a:lnTo>
                  <a:lnTo>
                    <a:pt x="40683" y="2153"/>
                  </a:lnTo>
                  <a:lnTo>
                    <a:pt x="40188" y="1959"/>
                  </a:lnTo>
                  <a:close/>
                  <a:moveTo>
                    <a:pt x="17823" y="2433"/>
                  </a:moveTo>
                  <a:lnTo>
                    <a:pt x="17350" y="2648"/>
                  </a:lnTo>
                  <a:lnTo>
                    <a:pt x="17866" y="3810"/>
                  </a:lnTo>
                  <a:lnTo>
                    <a:pt x="18318" y="3595"/>
                  </a:lnTo>
                  <a:lnTo>
                    <a:pt x="17823" y="2433"/>
                  </a:lnTo>
                  <a:close/>
                  <a:moveTo>
                    <a:pt x="41867" y="2670"/>
                  </a:moveTo>
                  <a:lnTo>
                    <a:pt x="41329" y="3810"/>
                  </a:lnTo>
                  <a:lnTo>
                    <a:pt x="41781" y="4026"/>
                  </a:lnTo>
                  <a:lnTo>
                    <a:pt x="42341" y="2885"/>
                  </a:lnTo>
                  <a:lnTo>
                    <a:pt x="41867" y="2670"/>
                  </a:lnTo>
                  <a:close/>
                  <a:moveTo>
                    <a:pt x="16187" y="3208"/>
                  </a:moveTo>
                  <a:lnTo>
                    <a:pt x="15735" y="3444"/>
                  </a:lnTo>
                  <a:lnTo>
                    <a:pt x="16317" y="4564"/>
                  </a:lnTo>
                  <a:lnTo>
                    <a:pt x="16769" y="4327"/>
                  </a:lnTo>
                  <a:lnTo>
                    <a:pt x="16187" y="3208"/>
                  </a:lnTo>
                  <a:close/>
                  <a:moveTo>
                    <a:pt x="43460" y="3466"/>
                  </a:moveTo>
                  <a:lnTo>
                    <a:pt x="42879" y="4564"/>
                  </a:lnTo>
                  <a:lnTo>
                    <a:pt x="43309" y="4801"/>
                  </a:lnTo>
                  <a:lnTo>
                    <a:pt x="43912" y="3703"/>
                  </a:lnTo>
                  <a:lnTo>
                    <a:pt x="43460" y="3466"/>
                  </a:lnTo>
                  <a:close/>
                  <a:moveTo>
                    <a:pt x="14595" y="4069"/>
                  </a:moveTo>
                  <a:lnTo>
                    <a:pt x="14164" y="4348"/>
                  </a:lnTo>
                  <a:lnTo>
                    <a:pt x="14831" y="5425"/>
                  </a:lnTo>
                  <a:lnTo>
                    <a:pt x="15240" y="5166"/>
                  </a:lnTo>
                  <a:lnTo>
                    <a:pt x="14595" y="4069"/>
                  </a:lnTo>
                  <a:close/>
                  <a:moveTo>
                    <a:pt x="45031" y="4348"/>
                  </a:moveTo>
                  <a:lnTo>
                    <a:pt x="44364" y="5425"/>
                  </a:lnTo>
                  <a:lnTo>
                    <a:pt x="44795" y="5683"/>
                  </a:lnTo>
                  <a:lnTo>
                    <a:pt x="45462" y="4607"/>
                  </a:lnTo>
                  <a:lnTo>
                    <a:pt x="45031" y="4348"/>
                  </a:lnTo>
                  <a:close/>
                  <a:moveTo>
                    <a:pt x="13066" y="5037"/>
                  </a:moveTo>
                  <a:lnTo>
                    <a:pt x="12657" y="5339"/>
                  </a:lnTo>
                  <a:lnTo>
                    <a:pt x="13368" y="6350"/>
                  </a:lnTo>
                  <a:lnTo>
                    <a:pt x="13777" y="6092"/>
                  </a:lnTo>
                  <a:lnTo>
                    <a:pt x="13066" y="5037"/>
                  </a:lnTo>
                  <a:close/>
                  <a:moveTo>
                    <a:pt x="46517" y="5339"/>
                  </a:moveTo>
                  <a:lnTo>
                    <a:pt x="45806" y="6372"/>
                  </a:lnTo>
                  <a:lnTo>
                    <a:pt x="46194" y="6652"/>
                  </a:lnTo>
                  <a:lnTo>
                    <a:pt x="46947" y="5640"/>
                  </a:lnTo>
                  <a:lnTo>
                    <a:pt x="46517" y="5339"/>
                  </a:lnTo>
                  <a:close/>
                  <a:moveTo>
                    <a:pt x="11602" y="6092"/>
                  </a:moveTo>
                  <a:lnTo>
                    <a:pt x="11194" y="6415"/>
                  </a:lnTo>
                  <a:lnTo>
                    <a:pt x="11968" y="7405"/>
                  </a:lnTo>
                  <a:lnTo>
                    <a:pt x="12356" y="7082"/>
                  </a:lnTo>
                  <a:lnTo>
                    <a:pt x="11602" y="6092"/>
                  </a:lnTo>
                  <a:close/>
                  <a:moveTo>
                    <a:pt x="47959" y="6415"/>
                  </a:moveTo>
                  <a:lnTo>
                    <a:pt x="47184" y="7405"/>
                  </a:lnTo>
                  <a:lnTo>
                    <a:pt x="47571" y="7706"/>
                  </a:lnTo>
                  <a:lnTo>
                    <a:pt x="48368" y="6738"/>
                  </a:lnTo>
                  <a:lnTo>
                    <a:pt x="47959" y="6415"/>
                  </a:lnTo>
                  <a:close/>
                  <a:moveTo>
                    <a:pt x="10203" y="7233"/>
                  </a:moveTo>
                  <a:cubicBezTo>
                    <a:pt x="10074" y="7340"/>
                    <a:pt x="9945" y="7470"/>
                    <a:pt x="9816" y="7577"/>
                  </a:cubicBezTo>
                  <a:lnTo>
                    <a:pt x="10655" y="8524"/>
                  </a:lnTo>
                  <a:lnTo>
                    <a:pt x="10655" y="8503"/>
                  </a:lnTo>
                  <a:cubicBezTo>
                    <a:pt x="10785" y="8395"/>
                    <a:pt x="10892" y="8288"/>
                    <a:pt x="11021" y="8201"/>
                  </a:cubicBezTo>
                  <a:lnTo>
                    <a:pt x="10203" y="7233"/>
                  </a:lnTo>
                  <a:close/>
                  <a:moveTo>
                    <a:pt x="49337" y="7577"/>
                  </a:moveTo>
                  <a:lnTo>
                    <a:pt x="48497" y="8524"/>
                  </a:lnTo>
                  <a:lnTo>
                    <a:pt x="48863" y="8847"/>
                  </a:lnTo>
                  <a:lnTo>
                    <a:pt x="49724" y="7922"/>
                  </a:lnTo>
                  <a:lnTo>
                    <a:pt x="49337" y="7577"/>
                  </a:lnTo>
                  <a:close/>
                  <a:moveTo>
                    <a:pt x="8869" y="8460"/>
                  </a:moveTo>
                  <a:cubicBezTo>
                    <a:pt x="8761" y="8589"/>
                    <a:pt x="8632" y="8697"/>
                    <a:pt x="8503" y="8826"/>
                  </a:cubicBezTo>
                  <a:lnTo>
                    <a:pt x="9407" y="9708"/>
                  </a:lnTo>
                  <a:cubicBezTo>
                    <a:pt x="9515" y="9579"/>
                    <a:pt x="9644" y="9471"/>
                    <a:pt x="9751" y="9364"/>
                  </a:cubicBezTo>
                  <a:lnTo>
                    <a:pt x="8869" y="8460"/>
                  </a:lnTo>
                  <a:close/>
                  <a:moveTo>
                    <a:pt x="50650" y="8826"/>
                  </a:moveTo>
                  <a:lnTo>
                    <a:pt x="49746" y="9708"/>
                  </a:lnTo>
                  <a:lnTo>
                    <a:pt x="50090" y="10074"/>
                  </a:lnTo>
                  <a:lnTo>
                    <a:pt x="51016" y="9192"/>
                  </a:lnTo>
                  <a:lnTo>
                    <a:pt x="50650" y="8826"/>
                  </a:lnTo>
                  <a:close/>
                  <a:moveTo>
                    <a:pt x="7620" y="9751"/>
                  </a:moveTo>
                  <a:lnTo>
                    <a:pt x="7276" y="10139"/>
                  </a:lnTo>
                  <a:lnTo>
                    <a:pt x="8223" y="10978"/>
                  </a:lnTo>
                  <a:lnTo>
                    <a:pt x="8567" y="10612"/>
                  </a:lnTo>
                  <a:lnTo>
                    <a:pt x="7620" y="9751"/>
                  </a:lnTo>
                  <a:close/>
                  <a:moveTo>
                    <a:pt x="51877" y="10160"/>
                  </a:moveTo>
                  <a:lnTo>
                    <a:pt x="50929" y="10978"/>
                  </a:lnTo>
                  <a:lnTo>
                    <a:pt x="51252" y="11366"/>
                  </a:lnTo>
                  <a:lnTo>
                    <a:pt x="52199" y="10548"/>
                  </a:lnTo>
                  <a:lnTo>
                    <a:pt x="51877" y="10160"/>
                  </a:lnTo>
                  <a:close/>
                  <a:moveTo>
                    <a:pt x="6458" y="11129"/>
                  </a:moveTo>
                  <a:lnTo>
                    <a:pt x="6157" y="11538"/>
                  </a:lnTo>
                  <a:lnTo>
                    <a:pt x="7147" y="12313"/>
                  </a:lnTo>
                  <a:lnTo>
                    <a:pt x="7448" y="11904"/>
                  </a:lnTo>
                  <a:lnTo>
                    <a:pt x="6458" y="11129"/>
                  </a:lnTo>
                  <a:close/>
                  <a:moveTo>
                    <a:pt x="53017" y="11538"/>
                  </a:moveTo>
                  <a:lnTo>
                    <a:pt x="52027" y="12313"/>
                  </a:lnTo>
                  <a:lnTo>
                    <a:pt x="52329" y="12700"/>
                  </a:lnTo>
                  <a:lnTo>
                    <a:pt x="53340" y="11947"/>
                  </a:lnTo>
                  <a:lnTo>
                    <a:pt x="53017" y="11538"/>
                  </a:lnTo>
                  <a:close/>
                  <a:moveTo>
                    <a:pt x="5360" y="12571"/>
                  </a:moveTo>
                  <a:lnTo>
                    <a:pt x="5080" y="12980"/>
                  </a:lnTo>
                  <a:lnTo>
                    <a:pt x="6135" y="13690"/>
                  </a:lnTo>
                  <a:lnTo>
                    <a:pt x="6393" y="13303"/>
                  </a:lnTo>
                  <a:lnTo>
                    <a:pt x="5360" y="12571"/>
                  </a:lnTo>
                  <a:close/>
                  <a:moveTo>
                    <a:pt x="54072" y="12980"/>
                  </a:moveTo>
                  <a:lnTo>
                    <a:pt x="53039" y="13690"/>
                  </a:lnTo>
                  <a:lnTo>
                    <a:pt x="53297" y="14099"/>
                  </a:lnTo>
                  <a:lnTo>
                    <a:pt x="54374" y="13411"/>
                  </a:lnTo>
                  <a:lnTo>
                    <a:pt x="54072" y="12980"/>
                  </a:lnTo>
                  <a:close/>
                  <a:moveTo>
                    <a:pt x="4391" y="14056"/>
                  </a:moveTo>
                  <a:lnTo>
                    <a:pt x="4133" y="14508"/>
                  </a:lnTo>
                  <a:lnTo>
                    <a:pt x="5209" y="15133"/>
                  </a:lnTo>
                  <a:lnTo>
                    <a:pt x="5468" y="14724"/>
                  </a:lnTo>
                  <a:lnTo>
                    <a:pt x="4391" y="14056"/>
                  </a:lnTo>
                  <a:close/>
                  <a:moveTo>
                    <a:pt x="55041" y="14508"/>
                  </a:moveTo>
                  <a:lnTo>
                    <a:pt x="53965" y="15154"/>
                  </a:lnTo>
                  <a:lnTo>
                    <a:pt x="54201" y="15585"/>
                  </a:lnTo>
                  <a:lnTo>
                    <a:pt x="55299" y="14960"/>
                  </a:lnTo>
                  <a:lnTo>
                    <a:pt x="55041" y="14508"/>
                  </a:lnTo>
                  <a:close/>
                  <a:moveTo>
                    <a:pt x="3487" y="15628"/>
                  </a:moveTo>
                  <a:lnTo>
                    <a:pt x="3251" y="16080"/>
                  </a:lnTo>
                  <a:lnTo>
                    <a:pt x="4370" y="16661"/>
                  </a:lnTo>
                  <a:lnTo>
                    <a:pt x="4607" y="16230"/>
                  </a:lnTo>
                  <a:lnTo>
                    <a:pt x="3487" y="15628"/>
                  </a:lnTo>
                  <a:close/>
                  <a:moveTo>
                    <a:pt x="55902" y="16101"/>
                  </a:moveTo>
                  <a:lnTo>
                    <a:pt x="54782" y="16682"/>
                  </a:lnTo>
                  <a:lnTo>
                    <a:pt x="54998" y="17134"/>
                  </a:lnTo>
                  <a:lnTo>
                    <a:pt x="56139" y="16575"/>
                  </a:lnTo>
                  <a:lnTo>
                    <a:pt x="55902" y="16101"/>
                  </a:lnTo>
                  <a:close/>
                  <a:moveTo>
                    <a:pt x="2669" y="17242"/>
                  </a:moveTo>
                  <a:lnTo>
                    <a:pt x="2454" y="17716"/>
                  </a:lnTo>
                  <a:lnTo>
                    <a:pt x="3617" y="18211"/>
                  </a:lnTo>
                  <a:lnTo>
                    <a:pt x="3810" y="17780"/>
                  </a:lnTo>
                  <a:lnTo>
                    <a:pt x="2669" y="17242"/>
                  </a:lnTo>
                  <a:close/>
                  <a:moveTo>
                    <a:pt x="56677" y="17737"/>
                  </a:moveTo>
                  <a:lnTo>
                    <a:pt x="55536" y="18254"/>
                  </a:lnTo>
                  <a:lnTo>
                    <a:pt x="55730" y="18706"/>
                  </a:lnTo>
                  <a:lnTo>
                    <a:pt x="56892" y="18211"/>
                  </a:lnTo>
                  <a:lnTo>
                    <a:pt x="56677" y="17737"/>
                  </a:lnTo>
                  <a:close/>
                  <a:moveTo>
                    <a:pt x="1981" y="18900"/>
                  </a:moveTo>
                  <a:lnTo>
                    <a:pt x="1808" y="19373"/>
                  </a:lnTo>
                  <a:lnTo>
                    <a:pt x="2992" y="19825"/>
                  </a:lnTo>
                  <a:lnTo>
                    <a:pt x="3165" y="19352"/>
                  </a:lnTo>
                  <a:lnTo>
                    <a:pt x="1981" y="18900"/>
                  </a:lnTo>
                  <a:close/>
                  <a:moveTo>
                    <a:pt x="57366" y="19416"/>
                  </a:moveTo>
                  <a:lnTo>
                    <a:pt x="56182" y="19847"/>
                  </a:lnTo>
                  <a:lnTo>
                    <a:pt x="56354" y="20320"/>
                  </a:lnTo>
                  <a:lnTo>
                    <a:pt x="57538" y="19911"/>
                  </a:lnTo>
                  <a:lnTo>
                    <a:pt x="57366" y="19416"/>
                  </a:lnTo>
                  <a:close/>
                  <a:moveTo>
                    <a:pt x="1378" y="20600"/>
                  </a:moveTo>
                  <a:lnTo>
                    <a:pt x="1227" y="21095"/>
                  </a:lnTo>
                  <a:lnTo>
                    <a:pt x="2433" y="21461"/>
                  </a:lnTo>
                  <a:lnTo>
                    <a:pt x="2583" y="20987"/>
                  </a:lnTo>
                  <a:lnTo>
                    <a:pt x="1378" y="20600"/>
                  </a:lnTo>
                  <a:close/>
                  <a:moveTo>
                    <a:pt x="57925" y="21138"/>
                  </a:moveTo>
                  <a:lnTo>
                    <a:pt x="56720" y="21483"/>
                  </a:lnTo>
                  <a:lnTo>
                    <a:pt x="56849" y="21956"/>
                  </a:lnTo>
                  <a:lnTo>
                    <a:pt x="58076" y="21633"/>
                  </a:lnTo>
                  <a:lnTo>
                    <a:pt x="57925" y="21138"/>
                  </a:lnTo>
                  <a:close/>
                  <a:moveTo>
                    <a:pt x="883" y="22322"/>
                  </a:moveTo>
                  <a:lnTo>
                    <a:pt x="775" y="22839"/>
                  </a:lnTo>
                  <a:lnTo>
                    <a:pt x="1981" y="23118"/>
                  </a:lnTo>
                  <a:lnTo>
                    <a:pt x="2110" y="22645"/>
                  </a:lnTo>
                  <a:lnTo>
                    <a:pt x="883" y="22322"/>
                  </a:lnTo>
                  <a:close/>
                  <a:moveTo>
                    <a:pt x="58399" y="22882"/>
                  </a:moveTo>
                  <a:lnTo>
                    <a:pt x="57172" y="23162"/>
                  </a:lnTo>
                  <a:lnTo>
                    <a:pt x="57279" y="23635"/>
                  </a:lnTo>
                  <a:lnTo>
                    <a:pt x="58506" y="23377"/>
                  </a:lnTo>
                  <a:lnTo>
                    <a:pt x="58399" y="22882"/>
                  </a:lnTo>
                  <a:close/>
                  <a:moveTo>
                    <a:pt x="495" y="24087"/>
                  </a:moveTo>
                  <a:lnTo>
                    <a:pt x="409" y="24604"/>
                  </a:lnTo>
                  <a:lnTo>
                    <a:pt x="1658" y="24819"/>
                  </a:lnTo>
                  <a:lnTo>
                    <a:pt x="1744" y="24324"/>
                  </a:lnTo>
                  <a:lnTo>
                    <a:pt x="495" y="24087"/>
                  </a:lnTo>
                  <a:close/>
                  <a:moveTo>
                    <a:pt x="58743" y="24647"/>
                  </a:moveTo>
                  <a:lnTo>
                    <a:pt x="57516" y="24862"/>
                  </a:lnTo>
                  <a:lnTo>
                    <a:pt x="57581" y="25357"/>
                  </a:lnTo>
                  <a:lnTo>
                    <a:pt x="58829" y="25163"/>
                  </a:lnTo>
                  <a:lnTo>
                    <a:pt x="58743" y="24647"/>
                  </a:lnTo>
                  <a:close/>
                  <a:moveTo>
                    <a:pt x="237" y="25895"/>
                  </a:moveTo>
                  <a:lnTo>
                    <a:pt x="172" y="26390"/>
                  </a:lnTo>
                  <a:lnTo>
                    <a:pt x="1421" y="26519"/>
                  </a:lnTo>
                  <a:lnTo>
                    <a:pt x="1486" y="26046"/>
                  </a:lnTo>
                  <a:lnTo>
                    <a:pt x="237" y="25895"/>
                  </a:lnTo>
                  <a:close/>
                  <a:moveTo>
                    <a:pt x="59001" y="26433"/>
                  </a:moveTo>
                  <a:lnTo>
                    <a:pt x="57753" y="26563"/>
                  </a:lnTo>
                  <a:lnTo>
                    <a:pt x="57796" y="27058"/>
                  </a:lnTo>
                  <a:lnTo>
                    <a:pt x="59045" y="26950"/>
                  </a:lnTo>
                  <a:lnTo>
                    <a:pt x="59001" y="26433"/>
                  </a:lnTo>
                  <a:close/>
                  <a:moveTo>
                    <a:pt x="65" y="27660"/>
                  </a:moveTo>
                  <a:lnTo>
                    <a:pt x="22" y="28177"/>
                  </a:lnTo>
                  <a:lnTo>
                    <a:pt x="1292" y="28241"/>
                  </a:lnTo>
                  <a:lnTo>
                    <a:pt x="1313" y="27746"/>
                  </a:lnTo>
                  <a:lnTo>
                    <a:pt x="65" y="27660"/>
                  </a:lnTo>
                  <a:close/>
                  <a:moveTo>
                    <a:pt x="59131" y="28220"/>
                  </a:moveTo>
                  <a:lnTo>
                    <a:pt x="57882" y="28285"/>
                  </a:lnTo>
                  <a:lnTo>
                    <a:pt x="57882" y="28780"/>
                  </a:lnTo>
                  <a:lnTo>
                    <a:pt x="59152" y="28737"/>
                  </a:lnTo>
                  <a:lnTo>
                    <a:pt x="59131" y="28220"/>
                  </a:lnTo>
                  <a:close/>
                  <a:moveTo>
                    <a:pt x="1270" y="29468"/>
                  </a:moveTo>
                  <a:lnTo>
                    <a:pt x="0" y="29598"/>
                  </a:lnTo>
                  <a:lnTo>
                    <a:pt x="0" y="30093"/>
                  </a:lnTo>
                  <a:lnTo>
                    <a:pt x="1270" y="30071"/>
                  </a:lnTo>
                  <a:lnTo>
                    <a:pt x="1270" y="29468"/>
                  </a:lnTo>
                  <a:close/>
                  <a:moveTo>
                    <a:pt x="57882" y="30007"/>
                  </a:moveTo>
                  <a:lnTo>
                    <a:pt x="57882" y="30502"/>
                  </a:lnTo>
                  <a:lnTo>
                    <a:pt x="59152" y="30545"/>
                  </a:lnTo>
                  <a:lnTo>
                    <a:pt x="59152" y="30028"/>
                  </a:lnTo>
                  <a:lnTo>
                    <a:pt x="57882" y="30007"/>
                  </a:lnTo>
                  <a:close/>
                  <a:moveTo>
                    <a:pt x="1292" y="31320"/>
                  </a:moveTo>
                  <a:lnTo>
                    <a:pt x="43" y="31384"/>
                  </a:lnTo>
                  <a:lnTo>
                    <a:pt x="86" y="31901"/>
                  </a:lnTo>
                  <a:lnTo>
                    <a:pt x="1335" y="31815"/>
                  </a:lnTo>
                  <a:lnTo>
                    <a:pt x="1292" y="31320"/>
                  </a:lnTo>
                  <a:close/>
                  <a:moveTo>
                    <a:pt x="57818" y="31750"/>
                  </a:moveTo>
                  <a:lnTo>
                    <a:pt x="57775" y="32224"/>
                  </a:lnTo>
                  <a:lnTo>
                    <a:pt x="59045" y="32353"/>
                  </a:lnTo>
                  <a:lnTo>
                    <a:pt x="59088" y="31836"/>
                  </a:lnTo>
                  <a:lnTo>
                    <a:pt x="57818" y="31750"/>
                  </a:lnTo>
                  <a:close/>
                  <a:moveTo>
                    <a:pt x="1464" y="33020"/>
                  </a:moveTo>
                  <a:lnTo>
                    <a:pt x="194" y="33192"/>
                  </a:lnTo>
                  <a:lnTo>
                    <a:pt x="280" y="33687"/>
                  </a:lnTo>
                  <a:lnTo>
                    <a:pt x="1529" y="33515"/>
                  </a:lnTo>
                  <a:lnTo>
                    <a:pt x="1464" y="33020"/>
                  </a:lnTo>
                  <a:close/>
                  <a:moveTo>
                    <a:pt x="57645" y="33429"/>
                  </a:moveTo>
                  <a:lnTo>
                    <a:pt x="57559" y="33924"/>
                  </a:lnTo>
                  <a:lnTo>
                    <a:pt x="58808" y="34118"/>
                  </a:lnTo>
                  <a:lnTo>
                    <a:pt x="58894" y="33601"/>
                  </a:lnTo>
                  <a:lnTo>
                    <a:pt x="57645" y="33429"/>
                  </a:lnTo>
                  <a:close/>
                  <a:moveTo>
                    <a:pt x="1722" y="34742"/>
                  </a:moveTo>
                  <a:lnTo>
                    <a:pt x="474" y="34957"/>
                  </a:lnTo>
                  <a:lnTo>
                    <a:pt x="581" y="35474"/>
                  </a:lnTo>
                  <a:lnTo>
                    <a:pt x="1808" y="35216"/>
                  </a:lnTo>
                  <a:lnTo>
                    <a:pt x="1722" y="34742"/>
                  </a:lnTo>
                  <a:close/>
                  <a:moveTo>
                    <a:pt x="57344" y="35151"/>
                  </a:moveTo>
                  <a:lnTo>
                    <a:pt x="57258" y="35625"/>
                  </a:lnTo>
                  <a:lnTo>
                    <a:pt x="58485" y="35904"/>
                  </a:lnTo>
                  <a:lnTo>
                    <a:pt x="58592" y="35388"/>
                  </a:lnTo>
                  <a:lnTo>
                    <a:pt x="57344" y="35151"/>
                  </a:lnTo>
                  <a:close/>
                  <a:moveTo>
                    <a:pt x="2088" y="36421"/>
                  </a:moveTo>
                  <a:lnTo>
                    <a:pt x="861" y="36722"/>
                  </a:lnTo>
                  <a:lnTo>
                    <a:pt x="990" y="37218"/>
                  </a:lnTo>
                  <a:lnTo>
                    <a:pt x="2217" y="36895"/>
                  </a:lnTo>
                  <a:lnTo>
                    <a:pt x="2088" y="36421"/>
                  </a:lnTo>
                  <a:close/>
                  <a:moveTo>
                    <a:pt x="56957" y="36830"/>
                  </a:moveTo>
                  <a:lnTo>
                    <a:pt x="56827" y="37304"/>
                  </a:lnTo>
                  <a:lnTo>
                    <a:pt x="58054" y="37648"/>
                  </a:lnTo>
                  <a:lnTo>
                    <a:pt x="58184" y="37153"/>
                  </a:lnTo>
                  <a:lnTo>
                    <a:pt x="56957" y="36830"/>
                  </a:lnTo>
                  <a:close/>
                  <a:moveTo>
                    <a:pt x="2562" y="38079"/>
                  </a:moveTo>
                  <a:lnTo>
                    <a:pt x="1356" y="38466"/>
                  </a:lnTo>
                  <a:lnTo>
                    <a:pt x="1507" y="38961"/>
                  </a:lnTo>
                  <a:lnTo>
                    <a:pt x="2712" y="38552"/>
                  </a:lnTo>
                  <a:lnTo>
                    <a:pt x="2562" y="38079"/>
                  </a:lnTo>
                  <a:close/>
                  <a:moveTo>
                    <a:pt x="56483" y="38487"/>
                  </a:moveTo>
                  <a:lnTo>
                    <a:pt x="56311" y="38961"/>
                  </a:lnTo>
                  <a:lnTo>
                    <a:pt x="57516" y="39370"/>
                  </a:lnTo>
                  <a:lnTo>
                    <a:pt x="57667" y="38875"/>
                  </a:lnTo>
                  <a:lnTo>
                    <a:pt x="56483" y="38487"/>
                  </a:lnTo>
                  <a:close/>
                  <a:moveTo>
                    <a:pt x="3121" y="39714"/>
                  </a:moveTo>
                  <a:lnTo>
                    <a:pt x="1938" y="40166"/>
                  </a:lnTo>
                  <a:lnTo>
                    <a:pt x="2131" y="40662"/>
                  </a:lnTo>
                  <a:lnTo>
                    <a:pt x="3294" y="40166"/>
                  </a:lnTo>
                  <a:lnTo>
                    <a:pt x="3121" y="39714"/>
                  </a:lnTo>
                  <a:close/>
                  <a:moveTo>
                    <a:pt x="55880" y="40102"/>
                  </a:moveTo>
                  <a:lnTo>
                    <a:pt x="55687" y="40554"/>
                  </a:lnTo>
                  <a:lnTo>
                    <a:pt x="56849" y="41049"/>
                  </a:lnTo>
                  <a:lnTo>
                    <a:pt x="57043" y="40575"/>
                  </a:lnTo>
                  <a:lnTo>
                    <a:pt x="55880" y="40102"/>
                  </a:lnTo>
                  <a:close/>
                  <a:moveTo>
                    <a:pt x="3789" y="41307"/>
                  </a:moveTo>
                  <a:lnTo>
                    <a:pt x="2648" y="41845"/>
                  </a:lnTo>
                  <a:lnTo>
                    <a:pt x="2863" y="42297"/>
                  </a:lnTo>
                  <a:lnTo>
                    <a:pt x="4004" y="41759"/>
                  </a:lnTo>
                  <a:lnTo>
                    <a:pt x="3789" y="41307"/>
                  </a:lnTo>
                  <a:close/>
                  <a:moveTo>
                    <a:pt x="55191" y="41695"/>
                  </a:moveTo>
                  <a:lnTo>
                    <a:pt x="54976" y="42125"/>
                  </a:lnTo>
                  <a:lnTo>
                    <a:pt x="56117" y="42685"/>
                  </a:lnTo>
                  <a:lnTo>
                    <a:pt x="56332" y="42233"/>
                  </a:lnTo>
                  <a:lnTo>
                    <a:pt x="55191" y="41695"/>
                  </a:lnTo>
                  <a:close/>
                  <a:moveTo>
                    <a:pt x="4564" y="42879"/>
                  </a:moveTo>
                  <a:lnTo>
                    <a:pt x="3444" y="43460"/>
                  </a:lnTo>
                  <a:lnTo>
                    <a:pt x="3681" y="43912"/>
                  </a:lnTo>
                  <a:lnTo>
                    <a:pt x="4800" y="43309"/>
                  </a:lnTo>
                  <a:lnTo>
                    <a:pt x="4564" y="42879"/>
                  </a:lnTo>
                  <a:close/>
                  <a:moveTo>
                    <a:pt x="54417" y="43223"/>
                  </a:moveTo>
                  <a:lnTo>
                    <a:pt x="54158" y="43654"/>
                  </a:lnTo>
                  <a:lnTo>
                    <a:pt x="55256" y="44278"/>
                  </a:lnTo>
                  <a:lnTo>
                    <a:pt x="55514" y="43826"/>
                  </a:lnTo>
                  <a:lnTo>
                    <a:pt x="54417" y="43223"/>
                  </a:lnTo>
                  <a:close/>
                  <a:moveTo>
                    <a:pt x="5425" y="44364"/>
                  </a:moveTo>
                  <a:lnTo>
                    <a:pt x="4348" y="45031"/>
                  </a:lnTo>
                  <a:lnTo>
                    <a:pt x="4607" y="45462"/>
                  </a:lnTo>
                  <a:lnTo>
                    <a:pt x="5683" y="44794"/>
                  </a:lnTo>
                  <a:lnTo>
                    <a:pt x="5425" y="44364"/>
                  </a:lnTo>
                  <a:close/>
                  <a:moveTo>
                    <a:pt x="53534" y="44708"/>
                  </a:moveTo>
                  <a:lnTo>
                    <a:pt x="53276" y="45117"/>
                  </a:lnTo>
                  <a:lnTo>
                    <a:pt x="54309" y="45828"/>
                  </a:lnTo>
                  <a:lnTo>
                    <a:pt x="54610" y="45376"/>
                  </a:lnTo>
                  <a:lnTo>
                    <a:pt x="53534" y="44708"/>
                  </a:lnTo>
                  <a:close/>
                  <a:moveTo>
                    <a:pt x="6372" y="45828"/>
                  </a:moveTo>
                  <a:lnTo>
                    <a:pt x="5339" y="46538"/>
                  </a:lnTo>
                  <a:lnTo>
                    <a:pt x="5618" y="46968"/>
                  </a:lnTo>
                  <a:lnTo>
                    <a:pt x="6673" y="46215"/>
                  </a:lnTo>
                  <a:lnTo>
                    <a:pt x="6372" y="45828"/>
                  </a:lnTo>
                  <a:close/>
                  <a:moveTo>
                    <a:pt x="52565" y="46150"/>
                  </a:moveTo>
                  <a:lnTo>
                    <a:pt x="52264" y="46538"/>
                  </a:lnTo>
                  <a:lnTo>
                    <a:pt x="53276" y="47291"/>
                  </a:lnTo>
                  <a:lnTo>
                    <a:pt x="53577" y="46882"/>
                  </a:lnTo>
                  <a:lnTo>
                    <a:pt x="52565" y="46150"/>
                  </a:lnTo>
                  <a:close/>
                  <a:moveTo>
                    <a:pt x="7384" y="47205"/>
                  </a:moveTo>
                  <a:lnTo>
                    <a:pt x="6393" y="47980"/>
                  </a:lnTo>
                  <a:lnTo>
                    <a:pt x="6716" y="48389"/>
                  </a:lnTo>
                  <a:lnTo>
                    <a:pt x="7706" y="47593"/>
                  </a:lnTo>
                  <a:lnTo>
                    <a:pt x="7384" y="47205"/>
                  </a:lnTo>
                  <a:close/>
                  <a:moveTo>
                    <a:pt x="51511" y="47507"/>
                  </a:moveTo>
                  <a:lnTo>
                    <a:pt x="51188" y="47894"/>
                  </a:lnTo>
                  <a:lnTo>
                    <a:pt x="52156" y="48712"/>
                  </a:lnTo>
                  <a:lnTo>
                    <a:pt x="52479" y="48325"/>
                  </a:lnTo>
                  <a:lnTo>
                    <a:pt x="51511" y="47507"/>
                  </a:lnTo>
                  <a:close/>
                  <a:moveTo>
                    <a:pt x="8503" y="48540"/>
                  </a:moveTo>
                  <a:lnTo>
                    <a:pt x="7577" y="49379"/>
                  </a:lnTo>
                  <a:lnTo>
                    <a:pt x="7922" y="49745"/>
                  </a:lnTo>
                  <a:lnTo>
                    <a:pt x="8847" y="48884"/>
                  </a:lnTo>
                  <a:lnTo>
                    <a:pt x="8503" y="48540"/>
                  </a:lnTo>
                  <a:close/>
                  <a:moveTo>
                    <a:pt x="50370" y="48820"/>
                  </a:moveTo>
                  <a:lnTo>
                    <a:pt x="50047" y="49186"/>
                  </a:lnTo>
                  <a:lnTo>
                    <a:pt x="50951" y="50047"/>
                  </a:lnTo>
                  <a:lnTo>
                    <a:pt x="51317" y="49681"/>
                  </a:lnTo>
                  <a:lnTo>
                    <a:pt x="50370" y="48820"/>
                  </a:lnTo>
                  <a:close/>
                  <a:moveTo>
                    <a:pt x="9708" y="49788"/>
                  </a:moveTo>
                  <a:lnTo>
                    <a:pt x="8826" y="50671"/>
                  </a:lnTo>
                  <a:cubicBezTo>
                    <a:pt x="8933" y="50800"/>
                    <a:pt x="9062" y="50929"/>
                    <a:pt x="9192" y="51037"/>
                  </a:cubicBezTo>
                  <a:lnTo>
                    <a:pt x="10053" y="50111"/>
                  </a:lnTo>
                  <a:lnTo>
                    <a:pt x="9708" y="49788"/>
                  </a:lnTo>
                  <a:close/>
                  <a:moveTo>
                    <a:pt x="49164" y="50047"/>
                  </a:moveTo>
                  <a:lnTo>
                    <a:pt x="48798" y="50369"/>
                  </a:lnTo>
                  <a:lnTo>
                    <a:pt x="49659" y="51317"/>
                  </a:lnTo>
                  <a:lnTo>
                    <a:pt x="50047" y="50951"/>
                  </a:lnTo>
                  <a:lnTo>
                    <a:pt x="49164" y="50047"/>
                  </a:lnTo>
                  <a:close/>
                  <a:moveTo>
                    <a:pt x="10978" y="50951"/>
                  </a:moveTo>
                  <a:lnTo>
                    <a:pt x="10139" y="51898"/>
                  </a:lnTo>
                  <a:cubicBezTo>
                    <a:pt x="10268" y="52005"/>
                    <a:pt x="10397" y="52134"/>
                    <a:pt x="10526" y="52242"/>
                  </a:cubicBezTo>
                  <a:lnTo>
                    <a:pt x="11344" y="51273"/>
                  </a:lnTo>
                  <a:cubicBezTo>
                    <a:pt x="11215" y="51166"/>
                    <a:pt x="11086" y="51058"/>
                    <a:pt x="10978" y="50951"/>
                  </a:cubicBezTo>
                  <a:close/>
                  <a:moveTo>
                    <a:pt x="47873" y="51209"/>
                  </a:moveTo>
                  <a:cubicBezTo>
                    <a:pt x="47744" y="51317"/>
                    <a:pt x="47615" y="51424"/>
                    <a:pt x="47507" y="51532"/>
                  </a:cubicBezTo>
                  <a:lnTo>
                    <a:pt x="48303" y="52500"/>
                  </a:lnTo>
                  <a:lnTo>
                    <a:pt x="48691" y="52178"/>
                  </a:lnTo>
                  <a:lnTo>
                    <a:pt x="47873" y="51209"/>
                  </a:lnTo>
                  <a:close/>
                  <a:moveTo>
                    <a:pt x="12291" y="52027"/>
                  </a:moveTo>
                  <a:lnTo>
                    <a:pt x="11538" y="53039"/>
                  </a:lnTo>
                  <a:lnTo>
                    <a:pt x="11947" y="53361"/>
                  </a:lnTo>
                  <a:lnTo>
                    <a:pt x="12700" y="52328"/>
                  </a:lnTo>
                  <a:lnTo>
                    <a:pt x="12291" y="52027"/>
                  </a:lnTo>
                  <a:close/>
                  <a:moveTo>
                    <a:pt x="46538" y="52285"/>
                  </a:moveTo>
                  <a:lnTo>
                    <a:pt x="46129" y="52587"/>
                  </a:lnTo>
                  <a:lnTo>
                    <a:pt x="46883" y="53598"/>
                  </a:lnTo>
                  <a:lnTo>
                    <a:pt x="47292" y="53297"/>
                  </a:lnTo>
                  <a:lnTo>
                    <a:pt x="46538" y="52285"/>
                  </a:lnTo>
                  <a:close/>
                  <a:moveTo>
                    <a:pt x="13690" y="53060"/>
                  </a:moveTo>
                  <a:lnTo>
                    <a:pt x="12980" y="54115"/>
                  </a:lnTo>
                  <a:lnTo>
                    <a:pt x="13411" y="54373"/>
                  </a:lnTo>
                  <a:lnTo>
                    <a:pt x="14099" y="53340"/>
                  </a:lnTo>
                  <a:lnTo>
                    <a:pt x="13690" y="53060"/>
                  </a:lnTo>
                  <a:close/>
                  <a:moveTo>
                    <a:pt x="45118" y="53254"/>
                  </a:moveTo>
                  <a:lnTo>
                    <a:pt x="44687" y="53534"/>
                  </a:lnTo>
                  <a:lnTo>
                    <a:pt x="45376" y="54610"/>
                  </a:lnTo>
                  <a:lnTo>
                    <a:pt x="45806" y="54309"/>
                  </a:lnTo>
                  <a:lnTo>
                    <a:pt x="45118" y="53254"/>
                  </a:lnTo>
                  <a:close/>
                  <a:moveTo>
                    <a:pt x="15154" y="53964"/>
                  </a:moveTo>
                  <a:lnTo>
                    <a:pt x="14508" y="55040"/>
                  </a:lnTo>
                  <a:lnTo>
                    <a:pt x="14939" y="55320"/>
                  </a:lnTo>
                  <a:lnTo>
                    <a:pt x="15585" y="54222"/>
                  </a:lnTo>
                  <a:lnTo>
                    <a:pt x="15154" y="53964"/>
                  </a:lnTo>
                  <a:close/>
                  <a:moveTo>
                    <a:pt x="43654" y="54179"/>
                  </a:moveTo>
                  <a:lnTo>
                    <a:pt x="43223" y="54416"/>
                  </a:lnTo>
                  <a:lnTo>
                    <a:pt x="43826" y="55514"/>
                  </a:lnTo>
                  <a:lnTo>
                    <a:pt x="44278" y="55256"/>
                  </a:lnTo>
                  <a:lnTo>
                    <a:pt x="43654" y="54179"/>
                  </a:lnTo>
                  <a:close/>
                  <a:moveTo>
                    <a:pt x="16661" y="54804"/>
                  </a:moveTo>
                  <a:lnTo>
                    <a:pt x="16080" y="55923"/>
                  </a:lnTo>
                  <a:lnTo>
                    <a:pt x="16553" y="56160"/>
                  </a:lnTo>
                  <a:lnTo>
                    <a:pt x="17113" y="55019"/>
                  </a:lnTo>
                  <a:lnTo>
                    <a:pt x="16661" y="54804"/>
                  </a:lnTo>
                  <a:close/>
                  <a:moveTo>
                    <a:pt x="42126" y="54997"/>
                  </a:moveTo>
                  <a:lnTo>
                    <a:pt x="41674" y="55213"/>
                  </a:lnTo>
                  <a:lnTo>
                    <a:pt x="42212" y="56353"/>
                  </a:lnTo>
                  <a:lnTo>
                    <a:pt x="42685" y="56117"/>
                  </a:lnTo>
                  <a:lnTo>
                    <a:pt x="42126" y="54997"/>
                  </a:lnTo>
                  <a:close/>
                  <a:moveTo>
                    <a:pt x="18211" y="55535"/>
                  </a:moveTo>
                  <a:lnTo>
                    <a:pt x="17716" y="56698"/>
                  </a:lnTo>
                  <a:lnTo>
                    <a:pt x="18189" y="56913"/>
                  </a:lnTo>
                  <a:lnTo>
                    <a:pt x="18684" y="55751"/>
                  </a:lnTo>
                  <a:lnTo>
                    <a:pt x="18211" y="55535"/>
                  </a:lnTo>
                  <a:close/>
                  <a:moveTo>
                    <a:pt x="40554" y="55708"/>
                  </a:moveTo>
                  <a:lnTo>
                    <a:pt x="40081" y="55901"/>
                  </a:lnTo>
                  <a:lnTo>
                    <a:pt x="40554" y="57064"/>
                  </a:lnTo>
                  <a:lnTo>
                    <a:pt x="41028" y="56870"/>
                  </a:lnTo>
                  <a:lnTo>
                    <a:pt x="40554" y="55708"/>
                  </a:lnTo>
                  <a:close/>
                  <a:moveTo>
                    <a:pt x="19825" y="56181"/>
                  </a:moveTo>
                  <a:lnTo>
                    <a:pt x="19395" y="57365"/>
                  </a:lnTo>
                  <a:lnTo>
                    <a:pt x="19868" y="57537"/>
                  </a:lnTo>
                  <a:lnTo>
                    <a:pt x="20277" y="56353"/>
                  </a:lnTo>
                  <a:lnTo>
                    <a:pt x="19825" y="56181"/>
                  </a:lnTo>
                  <a:close/>
                  <a:moveTo>
                    <a:pt x="38940" y="56332"/>
                  </a:moveTo>
                  <a:lnTo>
                    <a:pt x="38466" y="56483"/>
                  </a:lnTo>
                  <a:lnTo>
                    <a:pt x="38854" y="57688"/>
                  </a:lnTo>
                  <a:lnTo>
                    <a:pt x="39349" y="57516"/>
                  </a:lnTo>
                  <a:lnTo>
                    <a:pt x="38940" y="56332"/>
                  </a:lnTo>
                  <a:close/>
                  <a:moveTo>
                    <a:pt x="21461" y="56741"/>
                  </a:moveTo>
                  <a:lnTo>
                    <a:pt x="21095" y="57946"/>
                  </a:lnTo>
                  <a:lnTo>
                    <a:pt x="21590" y="58075"/>
                  </a:lnTo>
                  <a:lnTo>
                    <a:pt x="21935" y="56870"/>
                  </a:lnTo>
                  <a:lnTo>
                    <a:pt x="21461" y="56741"/>
                  </a:lnTo>
                  <a:close/>
                  <a:moveTo>
                    <a:pt x="37282" y="56849"/>
                  </a:moveTo>
                  <a:lnTo>
                    <a:pt x="36809" y="56978"/>
                  </a:lnTo>
                  <a:lnTo>
                    <a:pt x="37132" y="58205"/>
                  </a:lnTo>
                  <a:lnTo>
                    <a:pt x="37627" y="58075"/>
                  </a:lnTo>
                  <a:lnTo>
                    <a:pt x="37282" y="56849"/>
                  </a:lnTo>
                  <a:close/>
                  <a:moveTo>
                    <a:pt x="23119" y="57171"/>
                  </a:moveTo>
                  <a:lnTo>
                    <a:pt x="22839" y="58398"/>
                  </a:lnTo>
                  <a:lnTo>
                    <a:pt x="23334" y="58527"/>
                  </a:lnTo>
                  <a:lnTo>
                    <a:pt x="23614" y="57279"/>
                  </a:lnTo>
                  <a:lnTo>
                    <a:pt x="23119" y="57171"/>
                  </a:lnTo>
                  <a:close/>
                  <a:moveTo>
                    <a:pt x="35603" y="57257"/>
                  </a:moveTo>
                  <a:lnTo>
                    <a:pt x="35130" y="57365"/>
                  </a:lnTo>
                  <a:lnTo>
                    <a:pt x="35367" y="58614"/>
                  </a:lnTo>
                  <a:lnTo>
                    <a:pt x="35883" y="58506"/>
                  </a:lnTo>
                  <a:lnTo>
                    <a:pt x="35603" y="57257"/>
                  </a:lnTo>
                  <a:close/>
                  <a:moveTo>
                    <a:pt x="24819" y="57516"/>
                  </a:moveTo>
                  <a:lnTo>
                    <a:pt x="24604" y="58764"/>
                  </a:lnTo>
                  <a:lnTo>
                    <a:pt x="25120" y="58850"/>
                  </a:lnTo>
                  <a:lnTo>
                    <a:pt x="25314" y="57602"/>
                  </a:lnTo>
                  <a:lnTo>
                    <a:pt x="24819" y="57516"/>
                  </a:lnTo>
                  <a:close/>
                  <a:moveTo>
                    <a:pt x="33924" y="57580"/>
                  </a:moveTo>
                  <a:lnTo>
                    <a:pt x="33429" y="57645"/>
                  </a:lnTo>
                  <a:lnTo>
                    <a:pt x="33601" y="58915"/>
                  </a:lnTo>
                  <a:lnTo>
                    <a:pt x="34097" y="58829"/>
                  </a:lnTo>
                  <a:lnTo>
                    <a:pt x="33924" y="57580"/>
                  </a:lnTo>
                  <a:close/>
                  <a:moveTo>
                    <a:pt x="26520" y="57753"/>
                  </a:moveTo>
                  <a:lnTo>
                    <a:pt x="26390" y="59023"/>
                  </a:lnTo>
                  <a:lnTo>
                    <a:pt x="26907" y="59066"/>
                  </a:lnTo>
                  <a:lnTo>
                    <a:pt x="27036" y="57817"/>
                  </a:lnTo>
                  <a:lnTo>
                    <a:pt x="26520" y="57753"/>
                  </a:lnTo>
                  <a:close/>
                  <a:moveTo>
                    <a:pt x="32202" y="57796"/>
                  </a:moveTo>
                  <a:lnTo>
                    <a:pt x="31707" y="57839"/>
                  </a:lnTo>
                  <a:lnTo>
                    <a:pt x="31793" y="59109"/>
                  </a:lnTo>
                  <a:lnTo>
                    <a:pt x="32310" y="59066"/>
                  </a:lnTo>
                  <a:lnTo>
                    <a:pt x="32202" y="57796"/>
                  </a:lnTo>
                  <a:close/>
                  <a:moveTo>
                    <a:pt x="28263" y="57882"/>
                  </a:moveTo>
                  <a:lnTo>
                    <a:pt x="28199" y="59152"/>
                  </a:lnTo>
                  <a:lnTo>
                    <a:pt x="28715" y="59173"/>
                  </a:lnTo>
                  <a:lnTo>
                    <a:pt x="28758" y="57903"/>
                  </a:lnTo>
                  <a:lnTo>
                    <a:pt x="28263" y="57882"/>
                  </a:lnTo>
                  <a:close/>
                  <a:moveTo>
                    <a:pt x="29985" y="57903"/>
                  </a:moveTo>
                  <a:lnTo>
                    <a:pt x="30007" y="59173"/>
                  </a:lnTo>
                  <a:lnTo>
                    <a:pt x="30502" y="59173"/>
                  </a:lnTo>
                  <a:lnTo>
                    <a:pt x="30480" y="57903"/>
                  </a:ln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" name="Google Shape;2590;p87">
            <a:extLst>
              <a:ext uri="{FF2B5EF4-FFF2-40B4-BE49-F238E27FC236}">
                <a16:creationId xmlns:a16="http://schemas.microsoft.com/office/drawing/2014/main" id="{C7BFDE75-5EB6-30F5-376E-B8650ECCB615}"/>
              </a:ext>
            </a:extLst>
          </p:cNvPr>
          <p:cNvSpPr/>
          <p:nvPr/>
        </p:nvSpPr>
        <p:spPr>
          <a:xfrm>
            <a:off x="329987" y="6470212"/>
            <a:ext cx="83288" cy="82957"/>
          </a:xfrm>
          <a:custGeom>
            <a:avLst/>
            <a:gdLst/>
            <a:ahLst/>
            <a:cxnLst/>
            <a:rect l="l" t="t" r="r" b="b"/>
            <a:pathLst>
              <a:path w="2260" h="2251" extrusionOk="0">
                <a:moveTo>
                  <a:pt x="0" y="0"/>
                </a:moveTo>
                <a:lnTo>
                  <a:pt x="0" y="2251"/>
                </a:lnTo>
                <a:lnTo>
                  <a:pt x="2260" y="2251"/>
                </a:lnTo>
                <a:lnTo>
                  <a:pt x="2260" y="1864"/>
                </a:lnTo>
                <a:lnTo>
                  <a:pt x="387" y="1864"/>
                </a:lnTo>
                <a:lnTo>
                  <a:pt x="387" y="0"/>
                </a:lnTo>
                <a:close/>
              </a:path>
            </a:pathLst>
          </a:custGeom>
          <a:solidFill>
            <a:srgbClr val="4DFFFF"/>
          </a:solidFill>
          <a:ln w="9525" cap="flat" cmpd="sng">
            <a:solidFill>
              <a:srgbClr val="009F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2591;p87">
            <a:extLst>
              <a:ext uri="{FF2B5EF4-FFF2-40B4-BE49-F238E27FC236}">
                <a16:creationId xmlns:a16="http://schemas.microsoft.com/office/drawing/2014/main" id="{1734AD1A-3056-2CF4-81D9-11CE2FD16485}"/>
              </a:ext>
            </a:extLst>
          </p:cNvPr>
          <p:cNvSpPr/>
          <p:nvPr/>
        </p:nvSpPr>
        <p:spPr>
          <a:xfrm>
            <a:off x="3128448" y="3426844"/>
            <a:ext cx="83288" cy="83288"/>
          </a:xfrm>
          <a:custGeom>
            <a:avLst/>
            <a:gdLst/>
            <a:ahLst/>
            <a:cxnLst/>
            <a:rect l="l" t="t" r="r" b="b"/>
            <a:pathLst>
              <a:path w="2260" h="2260" extrusionOk="0">
                <a:moveTo>
                  <a:pt x="1" y="0"/>
                </a:moveTo>
                <a:lnTo>
                  <a:pt x="1" y="387"/>
                </a:lnTo>
                <a:lnTo>
                  <a:pt x="1873" y="387"/>
                </a:lnTo>
                <a:lnTo>
                  <a:pt x="1873" y="2260"/>
                </a:lnTo>
                <a:lnTo>
                  <a:pt x="2260" y="2260"/>
                </a:lnTo>
                <a:lnTo>
                  <a:pt x="2260" y="0"/>
                </a:lnTo>
                <a:close/>
              </a:path>
            </a:pathLst>
          </a:custGeom>
          <a:solidFill>
            <a:srgbClr val="4DFFFF"/>
          </a:solidFill>
          <a:ln w="9525" cap="flat" cmpd="sng">
            <a:solidFill>
              <a:srgbClr val="009F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2592;p87">
            <a:extLst>
              <a:ext uri="{FF2B5EF4-FFF2-40B4-BE49-F238E27FC236}">
                <a16:creationId xmlns:a16="http://schemas.microsoft.com/office/drawing/2014/main" id="{5EB2DAC3-125F-4F44-E8C5-4EB6ADDFBF07}"/>
              </a:ext>
            </a:extLst>
          </p:cNvPr>
          <p:cNvSpPr/>
          <p:nvPr/>
        </p:nvSpPr>
        <p:spPr>
          <a:xfrm>
            <a:off x="344686" y="3429000"/>
            <a:ext cx="83288" cy="83288"/>
          </a:xfrm>
          <a:custGeom>
            <a:avLst/>
            <a:gdLst/>
            <a:ahLst/>
            <a:cxnLst/>
            <a:rect l="l" t="t" r="r" b="b"/>
            <a:pathLst>
              <a:path w="2260" h="2260" extrusionOk="0">
                <a:moveTo>
                  <a:pt x="0" y="0"/>
                </a:moveTo>
                <a:lnTo>
                  <a:pt x="0" y="2260"/>
                </a:lnTo>
                <a:lnTo>
                  <a:pt x="387" y="2260"/>
                </a:lnTo>
                <a:lnTo>
                  <a:pt x="387" y="387"/>
                </a:lnTo>
                <a:lnTo>
                  <a:pt x="2260" y="387"/>
                </a:lnTo>
                <a:lnTo>
                  <a:pt x="2260" y="0"/>
                </a:lnTo>
                <a:close/>
              </a:path>
            </a:pathLst>
          </a:custGeom>
          <a:solidFill>
            <a:srgbClr val="4DFFFF"/>
          </a:solidFill>
          <a:ln w="9525" cap="flat" cmpd="sng">
            <a:solidFill>
              <a:srgbClr val="009F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2593;p87">
            <a:extLst>
              <a:ext uri="{FF2B5EF4-FFF2-40B4-BE49-F238E27FC236}">
                <a16:creationId xmlns:a16="http://schemas.microsoft.com/office/drawing/2014/main" id="{85AE8BDA-11C3-5CD1-BF12-02F9DF91B24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256967" y="2660154"/>
            <a:ext cx="743776" cy="40237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2594;p87">
            <a:extLst>
              <a:ext uri="{FF2B5EF4-FFF2-40B4-BE49-F238E27FC236}">
                <a16:creationId xmlns:a16="http://schemas.microsoft.com/office/drawing/2014/main" id="{8ED9829F-154E-2396-8861-6E6C8F1FD0BA}"/>
              </a:ext>
            </a:extLst>
          </p:cNvPr>
          <p:cNvSpPr/>
          <p:nvPr/>
        </p:nvSpPr>
        <p:spPr>
          <a:xfrm>
            <a:off x="3594853" y="6496586"/>
            <a:ext cx="83288" cy="82957"/>
          </a:xfrm>
          <a:custGeom>
            <a:avLst/>
            <a:gdLst/>
            <a:ahLst/>
            <a:cxnLst/>
            <a:rect l="l" t="t" r="r" b="b"/>
            <a:pathLst>
              <a:path w="2260" h="2251" extrusionOk="0">
                <a:moveTo>
                  <a:pt x="0" y="0"/>
                </a:moveTo>
                <a:lnTo>
                  <a:pt x="0" y="2251"/>
                </a:lnTo>
                <a:lnTo>
                  <a:pt x="2260" y="2251"/>
                </a:lnTo>
                <a:lnTo>
                  <a:pt x="2260" y="1864"/>
                </a:lnTo>
                <a:lnTo>
                  <a:pt x="387" y="1864"/>
                </a:lnTo>
                <a:lnTo>
                  <a:pt x="387" y="0"/>
                </a:lnTo>
                <a:close/>
              </a:path>
            </a:pathLst>
          </a:custGeom>
          <a:solidFill>
            <a:srgbClr val="4DFFFF"/>
          </a:solidFill>
          <a:ln w="9525" cap="flat" cmpd="sng">
            <a:solidFill>
              <a:srgbClr val="009F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2595;p87">
            <a:extLst>
              <a:ext uri="{FF2B5EF4-FFF2-40B4-BE49-F238E27FC236}">
                <a16:creationId xmlns:a16="http://schemas.microsoft.com/office/drawing/2014/main" id="{18CBE483-288F-C3EC-179E-150F3B33DD4E}"/>
              </a:ext>
            </a:extLst>
          </p:cNvPr>
          <p:cNvSpPr/>
          <p:nvPr/>
        </p:nvSpPr>
        <p:spPr>
          <a:xfrm>
            <a:off x="8538580" y="3427874"/>
            <a:ext cx="83288" cy="83288"/>
          </a:xfrm>
          <a:custGeom>
            <a:avLst/>
            <a:gdLst/>
            <a:ahLst/>
            <a:cxnLst/>
            <a:rect l="l" t="t" r="r" b="b"/>
            <a:pathLst>
              <a:path w="2260" h="2260" extrusionOk="0">
                <a:moveTo>
                  <a:pt x="1" y="0"/>
                </a:moveTo>
                <a:lnTo>
                  <a:pt x="1" y="387"/>
                </a:lnTo>
                <a:lnTo>
                  <a:pt x="1873" y="387"/>
                </a:lnTo>
                <a:lnTo>
                  <a:pt x="1873" y="2260"/>
                </a:lnTo>
                <a:lnTo>
                  <a:pt x="2260" y="2260"/>
                </a:lnTo>
                <a:lnTo>
                  <a:pt x="2260" y="0"/>
                </a:lnTo>
                <a:close/>
              </a:path>
            </a:pathLst>
          </a:custGeom>
          <a:solidFill>
            <a:srgbClr val="4DFFFF"/>
          </a:solidFill>
          <a:ln w="9525" cap="flat" cmpd="sng">
            <a:solidFill>
              <a:srgbClr val="009F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2596;p87">
            <a:extLst>
              <a:ext uri="{FF2B5EF4-FFF2-40B4-BE49-F238E27FC236}">
                <a16:creationId xmlns:a16="http://schemas.microsoft.com/office/drawing/2014/main" id="{3FD120C3-B395-A51E-38AE-97C32EAF0C39}"/>
              </a:ext>
            </a:extLst>
          </p:cNvPr>
          <p:cNvSpPr/>
          <p:nvPr/>
        </p:nvSpPr>
        <p:spPr>
          <a:xfrm>
            <a:off x="3594853" y="3430792"/>
            <a:ext cx="83288" cy="83288"/>
          </a:xfrm>
          <a:custGeom>
            <a:avLst/>
            <a:gdLst/>
            <a:ahLst/>
            <a:cxnLst/>
            <a:rect l="l" t="t" r="r" b="b"/>
            <a:pathLst>
              <a:path w="2260" h="2260" extrusionOk="0">
                <a:moveTo>
                  <a:pt x="0" y="0"/>
                </a:moveTo>
                <a:lnTo>
                  <a:pt x="0" y="2260"/>
                </a:lnTo>
                <a:lnTo>
                  <a:pt x="387" y="2260"/>
                </a:lnTo>
                <a:lnTo>
                  <a:pt x="387" y="387"/>
                </a:lnTo>
                <a:lnTo>
                  <a:pt x="2260" y="387"/>
                </a:lnTo>
                <a:lnTo>
                  <a:pt x="2260" y="0"/>
                </a:lnTo>
                <a:close/>
              </a:path>
            </a:pathLst>
          </a:custGeom>
          <a:solidFill>
            <a:srgbClr val="4DFFFF"/>
          </a:solidFill>
          <a:ln w="9525" cap="flat" cmpd="sng">
            <a:solidFill>
              <a:srgbClr val="009F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2601;p87">
            <a:extLst>
              <a:ext uri="{FF2B5EF4-FFF2-40B4-BE49-F238E27FC236}">
                <a16:creationId xmlns:a16="http://schemas.microsoft.com/office/drawing/2014/main" id="{5871C923-F1C0-74F7-A76F-106CFE3DAFF3}"/>
              </a:ext>
            </a:extLst>
          </p:cNvPr>
          <p:cNvSpPr/>
          <p:nvPr/>
        </p:nvSpPr>
        <p:spPr>
          <a:xfrm>
            <a:off x="335608" y="948168"/>
            <a:ext cx="83288" cy="83288"/>
          </a:xfrm>
          <a:custGeom>
            <a:avLst/>
            <a:gdLst/>
            <a:ahLst/>
            <a:cxnLst/>
            <a:rect l="l" t="t" r="r" b="b"/>
            <a:pathLst>
              <a:path w="2260" h="2260" extrusionOk="0">
                <a:moveTo>
                  <a:pt x="0" y="0"/>
                </a:moveTo>
                <a:lnTo>
                  <a:pt x="0" y="2260"/>
                </a:lnTo>
                <a:lnTo>
                  <a:pt x="387" y="2260"/>
                </a:lnTo>
                <a:lnTo>
                  <a:pt x="387" y="387"/>
                </a:lnTo>
                <a:lnTo>
                  <a:pt x="2260" y="387"/>
                </a:lnTo>
                <a:lnTo>
                  <a:pt x="2260" y="0"/>
                </a:lnTo>
                <a:close/>
              </a:path>
            </a:pathLst>
          </a:custGeom>
          <a:solidFill>
            <a:srgbClr val="4DFFFF"/>
          </a:solidFill>
          <a:ln w="9525" cap="flat" cmpd="sng">
            <a:solidFill>
              <a:srgbClr val="009F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3" name="Google Shape;2602;p87">
            <a:extLst>
              <a:ext uri="{FF2B5EF4-FFF2-40B4-BE49-F238E27FC236}">
                <a16:creationId xmlns:a16="http://schemas.microsoft.com/office/drawing/2014/main" id="{548D1D68-0152-6371-971F-5ABA22374488}"/>
              </a:ext>
            </a:extLst>
          </p:cNvPr>
          <p:cNvGrpSpPr/>
          <p:nvPr/>
        </p:nvGrpSpPr>
        <p:grpSpPr>
          <a:xfrm>
            <a:off x="2498874" y="6490534"/>
            <a:ext cx="716234" cy="145073"/>
            <a:chOff x="1571871" y="1788325"/>
            <a:chExt cx="716234" cy="145073"/>
          </a:xfrm>
        </p:grpSpPr>
        <p:sp>
          <p:nvSpPr>
            <p:cNvPr id="114" name="Google Shape;2603;p87">
              <a:extLst>
                <a:ext uri="{FF2B5EF4-FFF2-40B4-BE49-F238E27FC236}">
                  <a16:creationId xmlns:a16="http://schemas.microsoft.com/office/drawing/2014/main" id="{B4AD5C0A-C22D-A9B6-DB1A-6684D1A5A3A7}"/>
                </a:ext>
              </a:extLst>
            </p:cNvPr>
            <p:cNvSpPr/>
            <p:nvPr/>
          </p:nvSpPr>
          <p:spPr>
            <a:xfrm>
              <a:off x="1576648" y="1788325"/>
              <a:ext cx="711457" cy="145073"/>
            </a:xfrm>
            <a:custGeom>
              <a:avLst/>
              <a:gdLst/>
              <a:ahLst/>
              <a:cxnLst/>
              <a:rect l="l" t="t" r="r" b="b"/>
              <a:pathLst>
                <a:path w="15597" h="3825" extrusionOk="0">
                  <a:moveTo>
                    <a:pt x="15447" y="1"/>
                  </a:moveTo>
                  <a:lnTo>
                    <a:pt x="15447" y="1785"/>
                  </a:lnTo>
                  <a:lnTo>
                    <a:pt x="13566" y="3675"/>
                  </a:lnTo>
                  <a:lnTo>
                    <a:pt x="150" y="3675"/>
                  </a:lnTo>
                  <a:lnTo>
                    <a:pt x="150" y="1926"/>
                  </a:lnTo>
                  <a:lnTo>
                    <a:pt x="1" y="1926"/>
                  </a:lnTo>
                  <a:lnTo>
                    <a:pt x="1" y="3825"/>
                  </a:lnTo>
                  <a:lnTo>
                    <a:pt x="13627" y="3825"/>
                  </a:lnTo>
                  <a:lnTo>
                    <a:pt x="15596" y="1856"/>
                  </a:lnTo>
                  <a:lnTo>
                    <a:pt x="15596" y="1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2604;p87">
              <a:extLst>
                <a:ext uri="{FF2B5EF4-FFF2-40B4-BE49-F238E27FC236}">
                  <a16:creationId xmlns:a16="http://schemas.microsoft.com/office/drawing/2014/main" id="{2F8F040B-A227-D2AE-DC66-CED9F6E04DF8}"/>
                </a:ext>
              </a:extLst>
            </p:cNvPr>
            <p:cNvSpPr/>
            <p:nvPr/>
          </p:nvSpPr>
          <p:spPr>
            <a:xfrm>
              <a:off x="1571871" y="1850850"/>
              <a:ext cx="20026" cy="20024"/>
            </a:xfrm>
            <a:custGeom>
              <a:avLst/>
              <a:gdLst/>
              <a:ahLst/>
              <a:cxnLst/>
              <a:rect l="l" t="t" r="r" b="b"/>
              <a:pathLst>
                <a:path w="519" h="528" extrusionOk="0">
                  <a:moveTo>
                    <a:pt x="255" y="0"/>
                  </a:moveTo>
                  <a:cubicBezTo>
                    <a:pt x="115" y="0"/>
                    <a:pt x="0" y="115"/>
                    <a:pt x="0" y="264"/>
                  </a:cubicBezTo>
                  <a:cubicBezTo>
                    <a:pt x="0" y="405"/>
                    <a:pt x="115" y="528"/>
                    <a:pt x="255" y="528"/>
                  </a:cubicBezTo>
                  <a:cubicBezTo>
                    <a:pt x="405" y="528"/>
                    <a:pt x="519" y="405"/>
                    <a:pt x="519" y="264"/>
                  </a:cubicBezTo>
                  <a:cubicBezTo>
                    <a:pt x="519" y="115"/>
                    <a:pt x="405" y="0"/>
                    <a:pt x="255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" name="Google Shape;2605;p87">
            <a:extLst>
              <a:ext uri="{FF2B5EF4-FFF2-40B4-BE49-F238E27FC236}">
                <a16:creationId xmlns:a16="http://schemas.microsoft.com/office/drawing/2014/main" id="{D7D68E24-AC84-3351-3E34-843DD11658A3}"/>
              </a:ext>
            </a:extLst>
          </p:cNvPr>
          <p:cNvGrpSpPr/>
          <p:nvPr/>
        </p:nvGrpSpPr>
        <p:grpSpPr>
          <a:xfrm>
            <a:off x="7914406" y="6526803"/>
            <a:ext cx="716234" cy="145073"/>
            <a:chOff x="1571871" y="1788325"/>
            <a:chExt cx="716234" cy="145073"/>
          </a:xfrm>
        </p:grpSpPr>
        <p:sp>
          <p:nvSpPr>
            <p:cNvPr id="117" name="Google Shape;2606;p87">
              <a:extLst>
                <a:ext uri="{FF2B5EF4-FFF2-40B4-BE49-F238E27FC236}">
                  <a16:creationId xmlns:a16="http://schemas.microsoft.com/office/drawing/2014/main" id="{994D94C9-76DF-27FA-91FB-C14EBFFD2FCB}"/>
                </a:ext>
              </a:extLst>
            </p:cNvPr>
            <p:cNvSpPr/>
            <p:nvPr/>
          </p:nvSpPr>
          <p:spPr>
            <a:xfrm>
              <a:off x="1576648" y="1788325"/>
              <a:ext cx="711457" cy="145073"/>
            </a:xfrm>
            <a:custGeom>
              <a:avLst/>
              <a:gdLst/>
              <a:ahLst/>
              <a:cxnLst/>
              <a:rect l="l" t="t" r="r" b="b"/>
              <a:pathLst>
                <a:path w="15597" h="3825" extrusionOk="0">
                  <a:moveTo>
                    <a:pt x="15447" y="1"/>
                  </a:moveTo>
                  <a:lnTo>
                    <a:pt x="15447" y="1785"/>
                  </a:lnTo>
                  <a:lnTo>
                    <a:pt x="13566" y="3675"/>
                  </a:lnTo>
                  <a:lnTo>
                    <a:pt x="150" y="3675"/>
                  </a:lnTo>
                  <a:lnTo>
                    <a:pt x="150" y="1926"/>
                  </a:lnTo>
                  <a:lnTo>
                    <a:pt x="1" y="1926"/>
                  </a:lnTo>
                  <a:lnTo>
                    <a:pt x="1" y="3825"/>
                  </a:lnTo>
                  <a:lnTo>
                    <a:pt x="13627" y="3825"/>
                  </a:lnTo>
                  <a:lnTo>
                    <a:pt x="15596" y="1856"/>
                  </a:lnTo>
                  <a:lnTo>
                    <a:pt x="15596" y="1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2607;p87">
              <a:extLst>
                <a:ext uri="{FF2B5EF4-FFF2-40B4-BE49-F238E27FC236}">
                  <a16:creationId xmlns:a16="http://schemas.microsoft.com/office/drawing/2014/main" id="{E446B868-8736-3CDF-5B76-B24A33C08700}"/>
                </a:ext>
              </a:extLst>
            </p:cNvPr>
            <p:cNvSpPr/>
            <p:nvPr/>
          </p:nvSpPr>
          <p:spPr>
            <a:xfrm>
              <a:off x="1571871" y="1850850"/>
              <a:ext cx="20026" cy="20024"/>
            </a:xfrm>
            <a:custGeom>
              <a:avLst/>
              <a:gdLst/>
              <a:ahLst/>
              <a:cxnLst/>
              <a:rect l="l" t="t" r="r" b="b"/>
              <a:pathLst>
                <a:path w="519" h="528" extrusionOk="0">
                  <a:moveTo>
                    <a:pt x="255" y="0"/>
                  </a:moveTo>
                  <a:cubicBezTo>
                    <a:pt x="115" y="0"/>
                    <a:pt x="0" y="115"/>
                    <a:pt x="0" y="264"/>
                  </a:cubicBezTo>
                  <a:cubicBezTo>
                    <a:pt x="0" y="405"/>
                    <a:pt x="115" y="528"/>
                    <a:pt x="255" y="528"/>
                  </a:cubicBezTo>
                  <a:cubicBezTo>
                    <a:pt x="405" y="528"/>
                    <a:pt x="519" y="405"/>
                    <a:pt x="519" y="264"/>
                  </a:cubicBezTo>
                  <a:cubicBezTo>
                    <a:pt x="519" y="115"/>
                    <a:pt x="405" y="0"/>
                    <a:pt x="255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2494;p87">
            <a:extLst>
              <a:ext uri="{FF2B5EF4-FFF2-40B4-BE49-F238E27FC236}">
                <a16:creationId xmlns:a16="http://schemas.microsoft.com/office/drawing/2014/main" id="{A4FB75F9-58E6-3B96-C359-242D708C2479}"/>
              </a:ext>
            </a:extLst>
          </p:cNvPr>
          <p:cNvGrpSpPr/>
          <p:nvPr/>
        </p:nvGrpSpPr>
        <p:grpSpPr>
          <a:xfrm>
            <a:off x="9383594" y="5638480"/>
            <a:ext cx="288000" cy="288000"/>
            <a:chOff x="3294278" y="1474831"/>
            <a:chExt cx="460106" cy="456787"/>
          </a:xfrm>
        </p:grpSpPr>
        <p:sp>
          <p:nvSpPr>
            <p:cNvPr id="123" name="Google Shape;2495;p87">
              <a:extLst>
                <a:ext uri="{FF2B5EF4-FFF2-40B4-BE49-F238E27FC236}">
                  <a16:creationId xmlns:a16="http://schemas.microsoft.com/office/drawing/2014/main" id="{34AFB6E1-7EF6-DCA1-7628-F7665E2195B7}"/>
                </a:ext>
              </a:extLst>
            </p:cNvPr>
            <p:cNvSpPr/>
            <p:nvPr/>
          </p:nvSpPr>
          <p:spPr>
            <a:xfrm>
              <a:off x="3294278" y="1474831"/>
              <a:ext cx="460106" cy="456787"/>
            </a:xfrm>
            <a:custGeom>
              <a:avLst/>
              <a:gdLst/>
              <a:ahLst/>
              <a:cxnLst/>
              <a:rect l="l" t="t" r="r" b="b"/>
              <a:pathLst>
                <a:path w="22041" h="21882" extrusionOk="0">
                  <a:moveTo>
                    <a:pt x="14476" y="1435"/>
                  </a:moveTo>
                  <a:cubicBezTo>
                    <a:pt x="17856" y="1435"/>
                    <a:pt x="20606" y="4185"/>
                    <a:pt x="20606" y="7564"/>
                  </a:cubicBezTo>
                  <a:cubicBezTo>
                    <a:pt x="20606" y="10946"/>
                    <a:pt x="17856" y="13695"/>
                    <a:pt x="14476" y="13695"/>
                  </a:cubicBezTo>
                  <a:cubicBezTo>
                    <a:pt x="11095" y="13695"/>
                    <a:pt x="8346" y="10944"/>
                    <a:pt x="8346" y="7564"/>
                  </a:cubicBezTo>
                  <a:cubicBezTo>
                    <a:pt x="8346" y="4185"/>
                    <a:pt x="11095" y="1435"/>
                    <a:pt x="14476" y="1435"/>
                  </a:cubicBezTo>
                  <a:close/>
                  <a:moveTo>
                    <a:pt x="6773" y="13929"/>
                  </a:moveTo>
                  <a:lnTo>
                    <a:pt x="8112" y="15268"/>
                  </a:lnTo>
                  <a:lnTo>
                    <a:pt x="2806" y="19866"/>
                  </a:lnTo>
                  <a:cubicBezTo>
                    <a:pt x="2736" y="19927"/>
                    <a:pt x="2680" y="20000"/>
                    <a:pt x="2637" y="20081"/>
                  </a:cubicBezTo>
                  <a:lnTo>
                    <a:pt x="2599" y="20156"/>
                  </a:lnTo>
                  <a:cubicBezTo>
                    <a:pt x="2503" y="20345"/>
                    <a:pt x="2315" y="20447"/>
                    <a:pt x="2125" y="20447"/>
                  </a:cubicBezTo>
                  <a:cubicBezTo>
                    <a:pt x="1991" y="20447"/>
                    <a:pt x="1856" y="20396"/>
                    <a:pt x="1750" y="20291"/>
                  </a:cubicBezTo>
                  <a:cubicBezTo>
                    <a:pt x="1493" y="20035"/>
                    <a:pt x="1562" y="19606"/>
                    <a:pt x="1883" y="19442"/>
                  </a:cubicBezTo>
                  <a:lnTo>
                    <a:pt x="1958" y="19404"/>
                  </a:lnTo>
                  <a:cubicBezTo>
                    <a:pt x="2041" y="19361"/>
                    <a:pt x="2114" y="19303"/>
                    <a:pt x="2175" y="19235"/>
                  </a:cubicBezTo>
                  <a:lnTo>
                    <a:pt x="6773" y="13929"/>
                  </a:lnTo>
                  <a:close/>
                  <a:moveTo>
                    <a:pt x="14476" y="0"/>
                  </a:moveTo>
                  <a:cubicBezTo>
                    <a:pt x="10305" y="0"/>
                    <a:pt x="6912" y="3393"/>
                    <a:pt x="6912" y="7564"/>
                  </a:cubicBezTo>
                  <a:cubicBezTo>
                    <a:pt x="6910" y="9322"/>
                    <a:pt x="7523" y="11027"/>
                    <a:pt x="8647" y="12379"/>
                  </a:cubicBezTo>
                  <a:lnTo>
                    <a:pt x="7948" y="13078"/>
                  </a:lnTo>
                  <a:lnTo>
                    <a:pt x="7242" y="12370"/>
                  </a:lnTo>
                  <a:cubicBezTo>
                    <a:pt x="7101" y="12230"/>
                    <a:pt x="6918" y="12161"/>
                    <a:pt x="6735" y="12161"/>
                  </a:cubicBezTo>
                  <a:cubicBezTo>
                    <a:pt x="6535" y="12161"/>
                    <a:pt x="6335" y="12244"/>
                    <a:pt x="6192" y="12408"/>
                  </a:cubicBezTo>
                  <a:lnTo>
                    <a:pt x="1180" y="18191"/>
                  </a:lnTo>
                  <a:cubicBezTo>
                    <a:pt x="394" y="18622"/>
                    <a:pt x="0" y="19530"/>
                    <a:pt x="220" y="20399"/>
                  </a:cubicBezTo>
                  <a:cubicBezTo>
                    <a:pt x="440" y="21267"/>
                    <a:pt x="1221" y="21877"/>
                    <a:pt x="2119" y="21882"/>
                  </a:cubicBezTo>
                  <a:cubicBezTo>
                    <a:pt x="2224" y="21882"/>
                    <a:pt x="2328" y="21874"/>
                    <a:pt x="2432" y="21857"/>
                  </a:cubicBezTo>
                  <a:cubicBezTo>
                    <a:pt x="3036" y="21766"/>
                    <a:pt x="3560" y="21396"/>
                    <a:pt x="3850" y="20861"/>
                  </a:cubicBezTo>
                  <a:lnTo>
                    <a:pt x="9633" y="15849"/>
                  </a:lnTo>
                  <a:cubicBezTo>
                    <a:pt x="9947" y="15575"/>
                    <a:pt x="9966" y="15094"/>
                    <a:pt x="9671" y="14799"/>
                  </a:cubicBezTo>
                  <a:lnTo>
                    <a:pt x="8965" y="14093"/>
                  </a:lnTo>
                  <a:lnTo>
                    <a:pt x="9662" y="13394"/>
                  </a:lnTo>
                  <a:cubicBezTo>
                    <a:pt x="11013" y="14516"/>
                    <a:pt x="12714" y="15129"/>
                    <a:pt x="14470" y="15129"/>
                  </a:cubicBezTo>
                  <a:cubicBezTo>
                    <a:pt x="14472" y="15129"/>
                    <a:pt x="14474" y="15129"/>
                    <a:pt x="14476" y="15129"/>
                  </a:cubicBezTo>
                  <a:cubicBezTo>
                    <a:pt x="18648" y="15129"/>
                    <a:pt x="22041" y="11736"/>
                    <a:pt x="22041" y="7564"/>
                  </a:cubicBezTo>
                  <a:cubicBezTo>
                    <a:pt x="22041" y="3393"/>
                    <a:pt x="18648" y="0"/>
                    <a:pt x="14476" y="0"/>
                  </a:cubicBezTo>
                  <a:close/>
                </a:path>
              </a:pathLst>
            </a:custGeom>
            <a:solidFill>
              <a:srgbClr val="009F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2496;p87">
              <a:extLst>
                <a:ext uri="{FF2B5EF4-FFF2-40B4-BE49-F238E27FC236}">
                  <a16:creationId xmlns:a16="http://schemas.microsoft.com/office/drawing/2014/main" id="{5A704DE0-8495-C77F-9CB4-A9E5344EE5A0}"/>
                </a:ext>
              </a:extLst>
            </p:cNvPr>
            <p:cNvSpPr/>
            <p:nvPr/>
          </p:nvSpPr>
          <p:spPr>
            <a:xfrm>
              <a:off x="3486286" y="1522551"/>
              <a:ext cx="220377" cy="220377"/>
            </a:xfrm>
            <a:custGeom>
              <a:avLst/>
              <a:gdLst/>
              <a:ahLst/>
              <a:cxnLst/>
              <a:rect l="l" t="t" r="r" b="b"/>
              <a:pathLst>
                <a:path w="10557" h="10557" extrusionOk="0">
                  <a:moveTo>
                    <a:pt x="5278" y="1436"/>
                  </a:moveTo>
                  <a:cubicBezTo>
                    <a:pt x="7397" y="1436"/>
                    <a:pt x="9121" y="3160"/>
                    <a:pt x="9121" y="5278"/>
                  </a:cubicBezTo>
                  <a:cubicBezTo>
                    <a:pt x="9121" y="7399"/>
                    <a:pt x="7397" y="9121"/>
                    <a:pt x="5278" y="9121"/>
                  </a:cubicBezTo>
                  <a:cubicBezTo>
                    <a:pt x="3158" y="9121"/>
                    <a:pt x="1436" y="7397"/>
                    <a:pt x="1436" y="5278"/>
                  </a:cubicBezTo>
                  <a:cubicBezTo>
                    <a:pt x="1436" y="3160"/>
                    <a:pt x="3158" y="1436"/>
                    <a:pt x="5278" y="1436"/>
                  </a:cubicBezTo>
                  <a:close/>
                  <a:moveTo>
                    <a:pt x="5278" y="1"/>
                  </a:moveTo>
                  <a:cubicBezTo>
                    <a:pt x="2368" y="1"/>
                    <a:pt x="1" y="2368"/>
                    <a:pt x="1" y="5278"/>
                  </a:cubicBezTo>
                  <a:cubicBezTo>
                    <a:pt x="1" y="8189"/>
                    <a:pt x="2368" y="10556"/>
                    <a:pt x="5278" y="10556"/>
                  </a:cubicBezTo>
                  <a:cubicBezTo>
                    <a:pt x="8189" y="10556"/>
                    <a:pt x="10556" y="8189"/>
                    <a:pt x="10556" y="5278"/>
                  </a:cubicBezTo>
                  <a:cubicBezTo>
                    <a:pt x="10556" y="2368"/>
                    <a:pt x="8189" y="1"/>
                    <a:pt x="5278" y="1"/>
                  </a:cubicBezTo>
                  <a:close/>
                </a:path>
              </a:pathLst>
            </a:custGeom>
            <a:solidFill>
              <a:srgbClr val="009F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2497;p87">
              <a:extLst>
                <a:ext uri="{FF2B5EF4-FFF2-40B4-BE49-F238E27FC236}">
                  <a16:creationId xmlns:a16="http://schemas.microsoft.com/office/drawing/2014/main" id="{8EA2A1CB-2A0B-1AC6-02F3-7D324D4D0469}"/>
                </a:ext>
              </a:extLst>
            </p:cNvPr>
            <p:cNvSpPr/>
            <p:nvPr/>
          </p:nvSpPr>
          <p:spPr>
            <a:xfrm>
              <a:off x="3539455" y="1575741"/>
              <a:ext cx="71998" cy="71977"/>
            </a:xfrm>
            <a:custGeom>
              <a:avLst/>
              <a:gdLst/>
              <a:ahLst/>
              <a:cxnLst/>
              <a:rect l="l" t="t" r="r" b="b"/>
              <a:pathLst>
                <a:path w="3449" h="3448" extrusionOk="0">
                  <a:moveTo>
                    <a:pt x="2734" y="1"/>
                  </a:moveTo>
                  <a:cubicBezTo>
                    <a:pt x="2733" y="1"/>
                    <a:pt x="2732" y="1"/>
                    <a:pt x="2731" y="1"/>
                  </a:cubicBezTo>
                  <a:cubicBezTo>
                    <a:pt x="1224" y="1"/>
                    <a:pt x="0" y="1225"/>
                    <a:pt x="0" y="2730"/>
                  </a:cubicBezTo>
                  <a:cubicBezTo>
                    <a:pt x="0" y="3126"/>
                    <a:pt x="321" y="3447"/>
                    <a:pt x="717" y="3447"/>
                  </a:cubicBezTo>
                  <a:cubicBezTo>
                    <a:pt x="1113" y="3447"/>
                    <a:pt x="1435" y="3126"/>
                    <a:pt x="1434" y="2730"/>
                  </a:cubicBezTo>
                  <a:cubicBezTo>
                    <a:pt x="1435" y="2015"/>
                    <a:pt x="2015" y="1434"/>
                    <a:pt x="2731" y="1434"/>
                  </a:cubicBezTo>
                  <a:cubicBezTo>
                    <a:pt x="3127" y="1434"/>
                    <a:pt x="3448" y="1113"/>
                    <a:pt x="3448" y="717"/>
                  </a:cubicBezTo>
                  <a:cubicBezTo>
                    <a:pt x="3448" y="323"/>
                    <a:pt x="3129" y="1"/>
                    <a:pt x="2734" y="1"/>
                  </a:cubicBezTo>
                  <a:close/>
                </a:path>
              </a:pathLst>
            </a:custGeom>
            <a:solidFill>
              <a:srgbClr val="009F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" name="Google Shape;2568;p87">
            <a:extLst>
              <a:ext uri="{FF2B5EF4-FFF2-40B4-BE49-F238E27FC236}">
                <a16:creationId xmlns:a16="http://schemas.microsoft.com/office/drawing/2014/main" id="{749B448C-E2B7-9E07-50A6-518E05B389AB}"/>
              </a:ext>
            </a:extLst>
          </p:cNvPr>
          <p:cNvGrpSpPr/>
          <p:nvPr/>
        </p:nvGrpSpPr>
        <p:grpSpPr>
          <a:xfrm>
            <a:off x="8997910" y="5300376"/>
            <a:ext cx="2890467" cy="945511"/>
            <a:chOff x="238125" y="1662850"/>
            <a:chExt cx="7137300" cy="2369400"/>
          </a:xfrm>
        </p:grpSpPr>
        <p:sp>
          <p:nvSpPr>
            <p:cNvPr id="127" name="Google Shape;2569;p87">
              <a:extLst>
                <a:ext uri="{FF2B5EF4-FFF2-40B4-BE49-F238E27FC236}">
                  <a16:creationId xmlns:a16="http://schemas.microsoft.com/office/drawing/2014/main" id="{E026538C-03EF-BA06-8EF0-DF25FE4F5CB2}"/>
                </a:ext>
              </a:extLst>
            </p:cNvPr>
            <p:cNvSpPr/>
            <p:nvPr/>
          </p:nvSpPr>
          <p:spPr>
            <a:xfrm>
              <a:off x="490500" y="1898550"/>
              <a:ext cx="6774075" cy="1771550"/>
            </a:xfrm>
            <a:custGeom>
              <a:avLst/>
              <a:gdLst/>
              <a:ahLst/>
              <a:cxnLst/>
              <a:rect l="l" t="t" r="r" b="b"/>
              <a:pathLst>
                <a:path w="270963" h="70862" extrusionOk="0">
                  <a:moveTo>
                    <a:pt x="4112" y="0"/>
                  </a:moveTo>
                  <a:lnTo>
                    <a:pt x="0" y="4090"/>
                  </a:lnTo>
                  <a:lnTo>
                    <a:pt x="0" y="66750"/>
                  </a:lnTo>
                  <a:lnTo>
                    <a:pt x="4112" y="70861"/>
                  </a:lnTo>
                  <a:lnTo>
                    <a:pt x="266873" y="70861"/>
                  </a:lnTo>
                  <a:lnTo>
                    <a:pt x="270962" y="66750"/>
                  </a:lnTo>
                  <a:lnTo>
                    <a:pt x="270962" y="28155"/>
                  </a:lnTo>
                  <a:lnTo>
                    <a:pt x="265086" y="22279"/>
                  </a:lnTo>
                  <a:lnTo>
                    <a:pt x="225393" y="22279"/>
                  </a:lnTo>
                  <a:lnTo>
                    <a:pt x="203114" y="0"/>
                  </a:lnTo>
                  <a:close/>
                </a:path>
              </a:pathLst>
            </a:custGeom>
            <a:solidFill>
              <a:srgbClr val="0068E8">
                <a:alpha val="19215"/>
              </a:srgbClr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2570;p87">
              <a:extLst>
                <a:ext uri="{FF2B5EF4-FFF2-40B4-BE49-F238E27FC236}">
                  <a16:creationId xmlns:a16="http://schemas.microsoft.com/office/drawing/2014/main" id="{31EF7BB1-9090-8499-C4EE-FC715B5BA61C}"/>
                </a:ext>
              </a:extLst>
            </p:cNvPr>
            <p:cNvSpPr/>
            <p:nvPr/>
          </p:nvSpPr>
          <p:spPr>
            <a:xfrm>
              <a:off x="482975" y="1890475"/>
              <a:ext cx="6789675" cy="1787150"/>
            </a:xfrm>
            <a:custGeom>
              <a:avLst/>
              <a:gdLst/>
              <a:ahLst/>
              <a:cxnLst/>
              <a:rect l="l" t="t" r="r" b="b"/>
              <a:pathLst>
                <a:path w="271587" h="71486" extrusionOk="0">
                  <a:moveTo>
                    <a:pt x="203286" y="624"/>
                  </a:moveTo>
                  <a:lnTo>
                    <a:pt x="225565" y="22903"/>
                  </a:lnTo>
                  <a:lnTo>
                    <a:pt x="265258" y="22903"/>
                  </a:lnTo>
                  <a:lnTo>
                    <a:pt x="270941" y="28607"/>
                  </a:lnTo>
                  <a:lnTo>
                    <a:pt x="270941" y="66944"/>
                  </a:lnTo>
                  <a:lnTo>
                    <a:pt x="267044" y="70861"/>
                  </a:lnTo>
                  <a:lnTo>
                    <a:pt x="4542" y="70861"/>
                  </a:lnTo>
                  <a:lnTo>
                    <a:pt x="624" y="66944"/>
                  </a:lnTo>
                  <a:lnTo>
                    <a:pt x="624" y="4542"/>
                  </a:lnTo>
                  <a:lnTo>
                    <a:pt x="4542" y="624"/>
                  </a:lnTo>
                  <a:close/>
                  <a:moveTo>
                    <a:pt x="4262" y="0"/>
                  </a:moveTo>
                  <a:lnTo>
                    <a:pt x="0" y="4284"/>
                  </a:lnTo>
                  <a:lnTo>
                    <a:pt x="0" y="67202"/>
                  </a:lnTo>
                  <a:lnTo>
                    <a:pt x="4262" y="71485"/>
                  </a:lnTo>
                  <a:lnTo>
                    <a:pt x="267303" y="71485"/>
                  </a:lnTo>
                  <a:lnTo>
                    <a:pt x="271586" y="67202"/>
                  </a:lnTo>
                  <a:lnTo>
                    <a:pt x="271586" y="28349"/>
                  </a:lnTo>
                  <a:lnTo>
                    <a:pt x="265516" y="22279"/>
                  </a:lnTo>
                  <a:lnTo>
                    <a:pt x="225823" y="22279"/>
                  </a:lnTo>
                  <a:lnTo>
                    <a:pt x="203544" y="0"/>
                  </a:ln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2571;p87">
              <a:extLst>
                <a:ext uri="{FF2B5EF4-FFF2-40B4-BE49-F238E27FC236}">
                  <a16:creationId xmlns:a16="http://schemas.microsoft.com/office/drawing/2014/main" id="{C316F289-059C-2CC9-8F4A-F01A4EFE09B6}"/>
                </a:ext>
              </a:extLst>
            </p:cNvPr>
            <p:cNvSpPr/>
            <p:nvPr/>
          </p:nvSpPr>
          <p:spPr>
            <a:xfrm>
              <a:off x="677225" y="1899625"/>
              <a:ext cx="1804950" cy="1769400"/>
            </a:xfrm>
            <a:custGeom>
              <a:avLst/>
              <a:gdLst/>
              <a:ahLst/>
              <a:cxnLst/>
              <a:rect l="l" t="t" r="r" b="b"/>
              <a:pathLst>
                <a:path w="72198" h="70776" extrusionOk="0">
                  <a:moveTo>
                    <a:pt x="36809" y="1249"/>
                  </a:moveTo>
                  <a:cubicBezTo>
                    <a:pt x="55644" y="1270"/>
                    <a:pt x="70905" y="16531"/>
                    <a:pt x="70927" y="35388"/>
                  </a:cubicBezTo>
                  <a:cubicBezTo>
                    <a:pt x="70927" y="49185"/>
                    <a:pt x="62618" y="61627"/>
                    <a:pt x="49875" y="66901"/>
                  </a:cubicBezTo>
                  <a:cubicBezTo>
                    <a:pt x="45648" y="68654"/>
                    <a:pt x="41210" y="69506"/>
                    <a:pt x="36811" y="69506"/>
                  </a:cubicBezTo>
                  <a:cubicBezTo>
                    <a:pt x="27928" y="69506"/>
                    <a:pt x="19201" y="66032"/>
                    <a:pt x="12679" y="59496"/>
                  </a:cubicBezTo>
                  <a:cubicBezTo>
                    <a:pt x="2907" y="49745"/>
                    <a:pt x="1" y="35065"/>
                    <a:pt x="5274" y="22322"/>
                  </a:cubicBezTo>
                  <a:cubicBezTo>
                    <a:pt x="10570" y="9557"/>
                    <a:pt x="23011" y="1249"/>
                    <a:pt x="36809" y="1249"/>
                  </a:cubicBezTo>
                  <a:close/>
                  <a:moveTo>
                    <a:pt x="36809" y="0"/>
                  </a:moveTo>
                  <a:cubicBezTo>
                    <a:pt x="17307" y="0"/>
                    <a:pt x="1421" y="15864"/>
                    <a:pt x="1421" y="35388"/>
                  </a:cubicBezTo>
                  <a:cubicBezTo>
                    <a:pt x="1421" y="54889"/>
                    <a:pt x="17307" y="70775"/>
                    <a:pt x="36809" y="70775"/>
                  </a:cubicBezTo>
                  <a:cubicBezTo>
                    <a:pt x="56333" y="70775"/>
                    <a:pt x="72197" y="54889"/>
                    <a:pt x="72197" y="35388"/>
                  </a:cubicBezTo>
                  <a:cubicBezTo>
                    <a:pt x="72197" y="15864"/>
                    <a:pt x="56333" y="0"/>
                    <a:pt x="36809" y="0"/>
                  </a:cubicBez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2572;p87">
              <a:extLst>
                <a:ext uri="{FF2B5EF4-FFF2-40B4-BE49-F238E27FC236}">
                  <a16:creationId xmlns:a16="http://schemas.microsoft.com/office/drawing/2014/main" id="{A2D704AA-97AA-7888-9168-BF14BC2F59E8}"/>
                </a:ext>
              </a:extLst>
            </p:cNvPr>
            <p:cNvSpPr/>
            <p:nvPr/>
          </p:nvSpPr>
          <p:spPr>
            <a:xfrm>
              <a:off x="659475" y="2784300"/>
              <a:ext cx="262625" cy="596275"/>
            </a:xfrm>
            <a:custGeom>
              <a:avLst/>
              <a:gdLst/>
              <a:ahLst/>
              <a:cxnLst/>
              <a:rect l="l" t="t" r="r" b="b"/>
              <a:pathLst>
                <a:path w="10505" h="23851" extrusionOk="0">
                  <a:moveTo>
                    <a:pt x="0" y="1"/>
                  </a:moveTo>
                  <a:cubicBezTo>
                    <a:pt x="0" y="8697"/>
                    <a:pt x="3035" y="17135"/>
                    <a:pt x="8568" y="23851"/>
                  </a:cubicBezTo>
                  <a:lnTo>
                    <a:pt x="10505" y="22258"/>
                  </a:lnTo>
                  <a:cubicBezTo>
                    <a:pt x="5339" y="15972"/>
                    <a:pt x="2519" y="8116"/>
                    <a:pt x="2519" y="1"/>
                  </a:cubicBez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2573;p87">
              <a:extLst>
                <a:ext uri="{FF2B5EF4-FFF2-40B4-BE49-F238E27FC236}">
                  <a16:creationId xmlns:a16="http://schemas.microsoft.com/office/drawing/2014/main" id="{7393DDE5-4604-78CB-E9A2-A709FBB12584}"/>
                </a:ext>
              </a:extLst>
            </p:cNvPr>
            <p:cNvSpPr/>
            <p:nvPr/>
          </p:nvSpPr>
          <p:spPr>
            <a:xfrm>
              <a:off x="1597450" y="2784300"/>
              <a:ext cx="967575" cy="967575"/>
            </a:xfrm>
            <a:custGeom>
              <a:avLst/>
              <a:gdLst/>
              <a:ahLst/>
              <a:cxnLst/>
              <a:rect l="l" t="t" r="r" b="b"/>
              <a:pathLst>
                <a:path w="38703" h="38703" extrusionOk="0">
                  <a:moveTo>
                    <a:pt x="34914" y="1"/>
                  </a:moveTo>
                  <a:cubicBezTo>
                    <a:pt x="34893" y="19266"/>
                    <a:pt x="19265" y="34871"/>
                    <a:pt x="0" y="34914"/>
                  </a:cubicBezTo>
                  <a:lnTo>
                    <a:pt x="0" y="38703"/>
                  </a:lnTo>
                  <a:cubicBezTo>
                    <a:pt x="21332" y="38703"/>
                    <a:pt x="38703" y="21332"/>
                    <a:pt x="38703" y="1"/>
                  </a:cubicBez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2574;p87">
              <a:extLst>
                <a:ext uri="{FF2B5EF4-FFF2-40B4-BE49-F238E27FC236}">
                  <a16:creationId xmlns:a16="http://schemas.microsoft.com/office/drawing/2014/main" id="{7A31968E-32A5-4720-DC17-544B900CB37C}"/>
                </a:ext>
              </a:extLst>
            </p:cNvPr>
            <p:cNvSpPr/>
            <p:nvPr/>
          </p:nvSpPr>
          <p:spPr>
            <a:xfrm>
              <a:off x="745575" y="1994450"/>
              <a:ext cx="1641350" cy="1579325"/>
            </a:xfrm>
            <a:custGeom>
              <a:avLst/>
              <a:gdLst/>
              <a:ahLst/>
              <a:cxnLst/>
              <a:rect l="l" t="t" r="r" b="b"/>
              <a:pathLst>
                <a:path w="65654" h="63173" extrusionOk="0">
                  <a:moveTo>
                    <a:pt x="34075" y="1266"/>
                  </a:moveTo>
                  <a:cubicBezTo>
                    <a:pt x="50822" y="1287"/>
                    <a:pt x="64383" y="14848"/>
                    <a:pt x="64405" y="31595"/>
                  </a:cubicBezTo>
                  <a:cubicBezTo>
                    <a:pt x="64405" y="43842"/>
                    <a:pt x="57000" y="54906"/>
                    <a:pt x="45677" y="59599"/>
                  </a:cubicBezTo>
                  <a:cubicBezTo>
                    <a:pt x="41933" y="61151"/>
                    <a:pt x="38000" y="61905"/>
                    <a:pt x="34099" y="61905"/>
                  </a:cubicBezTo>
                  <a:cubicBezTo>
                    <a:pt x="26205" y="61905"/>
                    <a:pt x="18442" y="58818"/>
                    <a:pt x="12636" y="53012"/>
                  </a:cubicBezTo>
                  <a:cubicBezTo>
                    <a:pt x="3961" y="44359"/>
                    <a:pt x="1378" y="31315"/>
                    <a:pt x="6071" y="19971"/>
                  </a:cubicBezTo>
                  <a:cubicBezTo>
                    <a:pt x="10763" y="8649"/>
                    <a:pt x="21806" y="1266"/>
                    <a:pt x="34075" y="1266"/>
                  </a:cubicBezTo>
                  <a:close/>
                  <a:moveTo>
                    <a:pt x="34075" y="0"/>
                  </a:moveTo>
                  <a:cubicBezTo>
                    <a:pt x="25855" y="0"/>
                    <a:pt x="17784" y="3206"/>
                    <a:pt x="11753" y="9251"/>
                  </a:cubicBezTo>
                  <a:cubicBezTo>
                    <a:pt x="2713" y="18292"/>
                    <a:pt x="0" y="31874"/>
                    <a:pt x="4887" y="43670"/>
                  </a:cubicBezTo>
                  <a:cubicBezTo>
                    <a:pt x="9795" y="55466"/>
                    <a:pt x="21311" y="63172"/>
                    <a:pt x="34075" y="63172"/>
                  </a:cubicBezTo>
                  <a:cubicBezTo>
                    <a:pt x="51511" y="63151"/>
                    <a:pt x="65631" y="49008"/>
                    <a:pt x="65653" y="31595"/>
                  </a:cubicBezTo>
                  <a:cubicBezTo>
                    <a:pt x="65653" y="18809"/>
                    <a:pt x="57968" y="7293"/>
                    <a:pt x="46173" y="2406"/>
                  </a:cubicBezTo>
                  <a:cubicBezTo>
                    <a:pt x="42257" y="787"/>
                    <a:pt x="38148" y="0"/>
                    <a:pt x="34075" y="0"/>
                  </a:cubicBezTo>
                  <a:close/>
                </a:path>
              </a:pathLst>
            </a:custGeom>
            <a:solidFill>
              <a:srgbClr val="200E75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2575;p87">
              <a:extLst>
                <a:ext uri="{FF2B5EF4-FFF2-40B4-BE49-F238E27FC236}">
                  <a16:creationId xmlns:a16="http://schemas.microsoft.com/office/drawing/2014/main" id="{E3AF3FA2-EC82-C1E7-C69B-DCC6FC7DEC98}"/>
                </a:ext>
              </a:extLst>
            </p:cNvPr>
            <p:cNvSpPr/>
            <p:nvPr/>
          </p:nvSpPr>
          <p:spPr>
            <a:xfrm>
              <a:off x="1597450" y="2012625"/>
              <a:ext cx="771175" cy="771700"/>
            </a:xfrm>
            <a:custGeom>
              <a:avLst/>
              <a:gdLst/>
              <a:ahLst/>
              <a:cxnLst/>
              <a:rect l="l" t="t" r="r" b="b"/>
              <a:pathLst>
                <a:path w="30847" h="30868" extrusionOk="0">
                  <a:moveTo>
                    <a:pt x="0" y="0"/>
                  </a:moveTo>
                  <a:lnTo>
                    <a:pt x="0" y="3789"/>
                  </a:lnTo>
                  <a:cubicBezTo>
                    <a:pt x="14939" y="3810"/>
                    <a:pt x="27036" y="15929"/>
                    <a:pt x="27058" y="30868"/>
                  </a:cubicBezTo>
                  <a:lnTo>
                    <a:pt x="30846" y="30868"/>
                  </a:lnTo>
                  <a:cubicBezTo>
                    <a:pt x="30825" y="13820"/>
                    <a:pt x="17027" y="22"/>
                    <a:pt x="0" y="0"/>
                  </a:cubicBezTo>
                  <a:close/>
                </a:path>
              </a:pathLst>
            </a:custGeom>
            <a:solidFill>
              <a:srgbClr val="200E75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2576;p87">
              <a:extLst>
                <a:ext uri="{FF2B5EF4-FFF2-40B4-BE49-F238E27FC236}">
                  <a16:creationId xmlns:a16="http://schemas.microsoft.com/office/drawing/2014/main" id="{6F169D93-E0DB-574A-A594-75453BC13886}"/>
                </a:ext>
              </a:extLst>
            </p:cNvPr>
            <p:cNvSpPr/>
            <p:nvPr/>
          </p:nvSpPr>
          <p:spPr>
            <a:xfrm>
              <a:off x="1581825" y="1803825"/>
              <a:ext cx="31250" cy="111425"/>
            </a:xfrm>
            <a:custGeom>
              <a:avLst/>
              <a:gdLst/>
              <a:ahLst/>
              <a:cxnLst/>
              <a:rect l="l" t="t" r="r" b="b"/>
              <a:pathLst>
                <a:path w="1250" h="4457" extrusionOk="0">
                  <a:moveTo>
                    <a:pt x="1" y="1"/>
                  </a:moveTo>
                  <a:lnTo>
                    <a:pt x="1" y="4456"/>
                  </a:lnTo>
                  <a:lnTo>
                    <a:pt x="1249" y="4456"/>
                  </a:lnTo>
                  <a:lnTo>
                    <a:pt x="1249" y="1"/>
                  </a:ln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2577;p87">
              <a:extLst>
                <a:ext uri="{FF2B5EF4-FFF2-40B4-BE49-F238E27FC236}">
                  <a16:creationId xmlns:a16="http://schemas.microsoft.com/office/drawing/2014/main" id="{B32B131C-FCBC-1D66-B8A4-24373365C5A6}"/>
                </a:ext>
              </a:extLst>
            </p:cNvPr>
            <p:cNvSpPr/>
            <p:nvPr/>
          </p:nvSpPr>
          <p:spPr>
            <a:xfrm>
              <a:off x="1581825" y="3652850"/>
              <a:ext cx="31250" cy="111400"/>
            </a:xfrm>
            <a:custGeom>
              <a:avLst/>
              <a:gdLst/>
              <a:ahLst/>
              <a:cxnLst/>
              <a:rect l="l" t="t" r="r" b="b"/>
              <a:pathLst>
                <a:path w="1250" h="4456" extrusionOk="0">
                  <a:moveTo>
                    <a:pt x="1" y="0"/>
                  </a:moveTo>
                  <a:lnTo>
                    <a:pt x="1" y="4456"/>
                  </a:lnTo>
                  <a:lnTo>
                    <a:pt x="1249" y="4456"/>
                  </a:lnTo>
                  <a:lnTo>
                    <a:pt x="1249" y="0"/>
                  </a:ln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2578;p87">
              <a:extLst>
                <a:ext uri="{FF2B5EF4-FFF2-40B4-BE49-F238E27FC236}">
                  <a16:creationId xmlns:a16="http://schemas.microsoft.com/office/drawing/2014/main" id="{41534BFF-BA95-09CD-071C-485B2E2FE09A}"/>
                </a:ext>
              </a:extLst>
            </p:cNvPr>
            <p:cNvSpPr/>
            <p:nvPr/>
          </p:nvSpPr>
          <p:spPr>
            <a:xfrm>
              <a:off x="554000" y="2768150"/>
              <a:ext cx="427300" cy="31775"/>
            </a:xfrm>
            <a:custGeom>
              <a:avLst/>
              <a:gdLst/>
              <a:ahLst/>
              <a:cxnLst/>
              <a:rect l="l" t="t" r="r" b="b"/>
              <a:pathLst>
                <a:path w="17092" h="1271" extrusionOk="0">
                  <a:moveTo>
                    <a:pt x="0" y="1"/>
                  </a:moveTo>
                  <a:lnTo>
                    <a:pt x="0" y="1271"/>
                  </a:lnTo>
                  <a:lnTo>
                    <a:pt x="17092" y="1271"/>
                  </a:lnTo>
                  <a:lnTo>
                    <a:pt x="17092" y="1"/>
                  </a:ln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2579;p87">
              <a:extLst>
                <a:ext uri="{FF2B5EF4-FFF2-40B4-BE49-F238E27FC236}">
                  <a16:creationId xmlns:a16="http://schemas.microsoft.com/office/drawing/2014/main" id="{43E41B59-6A7C-BDCD-160D-B231FC3F3CD4}"/>
                </a:ext>
              </a:extLst>
            </p:cNvPr>
            <p:cNvSpPr/>
            <p:nvPr/>
          </p:nvSpPr>
          <p:spPr>
            <a:xfrm>
              <a:off x="2213600" y="2768150"/>
              <a:ext cx="427325" cy="31775"/>
            </a:xfrm>
            <a:custGeom>
              <a:avLst/>
              <a:gdLst/>
              <a:ahLst/>
              <a:cxnLst/>
              <a:rect l="l" t="t" r="r" b="b"/>
              <a:pathLst>
                <a:path w="17093" h="1271" extrusionOk="0">
                  <a:moveTo>
                    <a:pt x="1" y="1"/>
                  </a:moveTo>
                  <a:lnTo>
                    <a:pt x="1" y="1271"/>
                  </a:lnTo>
                  <a:lnTo>
                    <a:pt x="17092" y="1271"/>
                  </a:lnTo>
                  <a:lnTo>
                    <a:pt x="17092" y="1"/>
                  </a:ln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2580;p87">
              <a:extLst>
                <a:ext uri="{FF2B5EF4-FFF2-40B4-BE49-F238E27FC236}">
                  <a16:creationId xmlns:a16="http://schemas.microsoft.com/office/drawing/2014/main" id="{1CF2C134-1914-D52E-1743-94A4A8FA3E70}"/>
                </a:ext>
              </a:extLst>
            </p:cNvPr>
            <p:cNvSpPr/>
            <p:nvPr/>
          </p:nvSpPr>
          <p:spPr>
            <a:xfrm>
              <a:off x="2625275" y="2679375"/>
              <a:ext cx="31775" cy="209350"/>
            </a:xfrm>
            <a:custGeom>
              <a:avLst/>
              <a:gdLst/>
              <a:ahLst/>
              <a:cxnLst/>
              <a:rect l="l" t="t" r="r" b="b"/>
              <a:pathLst>
                <a:path w="1271" h="8374" extrusionOk="0">
                  <a:moveTo>
                    <a:pt x="1" y="0"/>
                  </a:moveTo>
                  <a:lnTo>
                    <a:pt x="1" y="8373"/>
                  </a:lnTo>
                  <a:lnTo>
                    <a:pt x="1271" y="8373"/>
                  </a:lnTo>
                  <a:lnTo>
                    <a:pt x="1271" y="0"/>
                  </a:ln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2581;p87">
              <a:extLst>
                <a:ext uri="{FF2B5EF4-FFF2-40B4-BE49-F238E27FC236}">
                  <a16:creationId xmlns:a16="http://schemas.microsoft.com/office/drawing/2014/main" id="{D4EEF58C-A46B-5DE6-DD59-993639EC0E2F}"/>
                </a:ext>
              </a:extLst>
            </p:cNvPr>
            <p:cNvSpPr/>
            <p:nvPr/>
          </p:nvSpPr>
          <p:spPr>
            <a:xfrm>
              <a:off x="4423200" y="1896925"/>
              <a:ext cx="1637025" cy="94725"/>
            </a:xfrm>
            <a:custGeom>
              <a:avLst/>
              <a:gdLst/>
              <a:ahLst/>
              <a:cxnLst/>
              <a:rect l="l" t="t" r="r" b="b"/>
              <a:pathLst>
                <a:path w="65481" h="3789" extrusionOk="0">
                  <a:moveTo>
                    <a:pt x="0" y="0"/>
                  </a:moveTo>
                  <a:lnTo>
                    <a:pt x="0" y="3789"/>
                  </a:lnTo>
                  <a:lnTo>
                    <a:pt x="65481" y="3789"/>
                  </a:lnTo>
                  <a:lnTo>
                    <a:pt x="65481" y="0"/>
                  </a:lnTo>
                  <a:close/>
                </a:path>
              </a:pathLst>
            </a:custGeom>
            <a:solidFill>
              <a:srgbClr val="0068E8">
                <a:alpha val="40000"/>
              </a:srgbClr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2582;p87">
              <a:extLst>
                <a:ext uri="{FF2B5EF4-FFF2-40B4-BE49-F238E27FC236}">
                  <a16:creationId xmlns:a16="http://schemas.microsoft.com/office/drawing/2014/main" id="{8D70F17D-3636-3F31-F006-12827D2F346F}"/>
                </a:ext>
              </a:extLst>
            </p:cNvPr>
            <p:cNvSpPr/>
            <p:nvPr/>
          </p:nvSpPr>
          <p:spPr>
            <a:xfrm>
              <a:off x="6622025" y="3603875"/>
              <a:ext cx="456900" cy="243250"/>
            </a:xfrm>
            <a:custGeom>
              <a:avLst/>
              <a:gdLst/>
              <a:ahLst/>
              <a:cxnLst/>
              <a:rect l="l" t="t" r="r" b="b"/>
              <a:pathLst>
                <a:path w="18276" h="9730" extrusionOk="0">
                  <a:moveTo>
                    <a:pt x="3789" y="0"/>
                  </a:moveTo>
                  <a:lnTo>
                    <a:pt x="0" y="9730"/>
                  </a:lnTo>
                  <a:lnTo>
                    <a:pt x="1292" y="9730"/>
                  </a:lnTo>
                  <a:lnTo>
                    <a:pt x="5102" y="0"/>
                  </a:lnTo>
                  <a:close/>
                  <a:moveTo>
                    <a:pt x="8201" y="0"/>
                  </a:moveTo>
                  <a:lnTo>
                    <a:pt x="4413" y="9730"/>
                  </a:lnTo>
                  <a:lnTo>
                    <a:pt x="5704" y="9730"/>
                  </a:lnTo>
                  <a:lnTo>
                    <a:pt x="9493" y="0"/>
                  </a:lnTo>
                  <a:close/>
                  <a:moveTo>
                    <a:pt x="12592" y="0"/>
                  </a:moveTo>
                  <a:lnTo>
                    <a:pt x="8804" y="9730"/>
                  </a:lnTo>
                  <a:lnTo>
                    <a:pt x="10096" y="9730"/>
                  </a:lnTo>
                  <a:lnTo>
                    <a:pt x="13884" y="0"/>
                  </a:lnTo>
                  <a:close/>
                  <a:moveTo>
                    <a:pt x="16984" y="0"/>
                  </a:moveTo>
                  <a:lnTo>
                    <a:pt x="13195" y="9730"/>
                  </a:lnTo>
                  <a:lnTo>
                    <a:pt x="14487" y="9730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68E8">
                <a:alpha val="40000"/>
              </a:srgbClr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2583;p87">
              <a:extLst>
                <a:ext uri="{FF2B5EF4-FFF2-40B4-BE49-F238E27FC236}">
                  <a16:creationId xmlns:a16="http://schemas.microsoft.com/office/drawing/2014/main" id="{65557002-4796-1C0A-96F3-0BCA94F7EC01}"/>
                </a:ext>
              </a:extLst>
            </p:cNvPr>
            <p:cNvSpPr/>
            <p:nvPr/>
          </p:nvSpPr>
          <p:spPr>
            <a:xfrm>
              <a:off x="2403575" y="1662850"/>
              <a:ext cx="1733350" cy="281450"/>
            </a:xfrm>
            <a:custGeom>
              <a:avLst/>
              <a:gdLst/>
              <a:ahLst/>
              <a:cxnLst/>
              <a:rect l="l" t="t" r="r" b="b"/>
              <a:pathLst>
                <a:path w="69334" h="11258" extrusionOk="0">
                  <a:moveTo>
                    <a:pt x="0" y="0"/>
                  </a:moveTo>
                  <a:lnTo>
                    <a:pt x="0" y="11258"/>
                  </a:lnTo>
                  <a:lnTo>
                    <a:pt x="69334" y="11258"/>
                  </a:lnTo>
                  <a:lnTo>
                    <a:pt x="69334" y="0"/>
                  </a:lnTo>
                  <a:close/>
                </a:path>
              </a:pathLst>
            </a:custGeom>
            <a:solidFill>
              <a:srgbClr val="0068E8">
                <a:alpha val="40000"/>
              </a:srgbClr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2584;p87">
              <a:extLst>
                <a:ext uri="{FF2B5EF4-FFF2-40B4-BE49-F238E27FC236}">
                  <a16:creationId xmlns:a16="http://schemas.microsoft.com/office/drawing/2014/main" id="{D748A91F-ED9D-A02F-C0E8-C2ADC20BAD93}"/>
                </a:ext>
              </a:extLst>
            </p:cNvPr>
            <p:cNvSpPr/>
            <p:nvPr/>
          </p:nvSpPr>
          <p:spPr>
            <a:xfrm>
              <a:off x="380175" y="1787675"/>
              <a:ext cx="6995250" cy="1992725"/>
            </a:xfrm>
            <a:custGeom>
              <a:avLst/>
              <a:gdLst/>
              <a:ahLst/>
              <a:cxnLst/>
              <a:rect l="l" t="t" r="r" b="b"/>
              <a:pathLst>
                <a:path w="279810" h="79709" extrusionOk="0">
                  <a:moveTo>
                    <a:pt x="208819" y="1271"/>
                  </a:moveTo>
                  <a:lnTo>
                    <a:pt x="231098" y="23549"/>
                  </a:lnTo>
                  <a:lnTo>
                    <a:pt x="270812" y="23549"/>
                  </a:lnTo>
                  <a:lnTo>
                    <a:pt x="278540" y="31277"/>
                  </a:lnTo>
                  <a:lnTo>
                    <a:pt x="278540" y="72498"/>
                  </a:lnTo>
                  <a:lnTo>
                    <a:pt x="272599" y="78439"/>
                  </a:lnTo>
                  <a:lnTo>
                    <a:pt x="7212" y="78439"/>
                  </a:lnTo>
                  <a:lnTo>
                    <a:pt x="1271" y="72498"/>
                  </a:lnTo>
                  <a:lnTo>
                    <a:pt x="1271" y="7212"/>
                  </a:lnTo>
                  <a:lnTo>
                    <a:pt x="7212" y="1271"/>
                  </a:lnTo>
                  <a:close/>
                  <a:moveTo>
                    <a:pt x="6695" y="1"/>
                  </a:moveTo>
                  <a:lnTo>
                    <a:pt x="1" y="6695"/>
                  </a:lnTo>
                  <a:lnTo>
                    <a:pt x="1" y="73014"/>
                  </a:lnTo>
                  <a:lnTo>
                    <a:pt x="6695" y="79709"/>
                  </a:lnTo>
                  <a:lnTo>
                    <a:pt x="273115" y="79709"/>
                  </a:lnTo>
                  <a:lnTo>
                    <a:pt x="279810" y="73014"/>
                  </a:lnTo>
                  <a:lnTo>
                    <a:pt x="279810" y="30782"/>
                  </a:lnTo>
                  <a:lnTo>
                    <a:pt x="271329" y="22279"/>
                  </a:lnTo>
                  <a:lnTo>
                    <a:pt x="231636" y="22279"/>
                  </a:lnTo>
                  <a:lnTo>
                    <a:pt x="209357" y="1"/>
                  </a:ln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2585;p87">
              <a:extLst>
                <a:ext uri="{FF2B5EF4-FFF2-40B4-BE49-F238E27FC236}">
                  <a16:creationId xmlns:a16="http://schemas.microsoft.com/office/drawing/2014/main" id="{22092EA4-52A8-B6E1-862B-9A2D92740BA6}"/>
                </a:ext>
              </a:extLst>
            </p:cNvPr>
            <p:cNvSpPr/>
            <p:nvPr/>
          </p:nvSpPr>
          <p:spPr>
            <a:xfrm>
              <a:off x="238125" y="1961500"/>
              <a:ext cx="62975" cy="789475"/>
            </a:xfrm>
            <a:custGeom>
              <a:avLst/>
              <a:gdLst/>
              <a:ahLst/>
              <a:cxnLst/>
              <a:rect l="l" t="t" r="r" b="b"/>
              <a:pathLst>
                <a:path w="2519" h="31579" extrusionOk="0">
                  <a:moveTo>
                    <a:pt x="0" y="1"/>
                  </a:moveTo>
                  <a:lnTo>
                    <a:pt x="0" y="883"/>
                  </a:lnTo>
                  <a:lnTo>
                    <a:pt x="2518" y="883"/>
                  </a:lnTo>
                  <a:lnTo>
                    <a:pt x="2518" y="1"/>
                  </a:lnTo>
                  <a:close/>
                  <a:moveTo>
                    <a:pt x="0" y="3401"/>
                  </a:moveTo>
                  <a:lnTo>
                    <a:pt x="0" y="4284"/>
                  </a:lnTo>
                  <a:lnTo>
                    <a:pt x="2518" y="4284"/>
                  </a:lnTo>
                  <a:lnTo>
                    <a:pt x="2518" y="3401"/>
                  </a:lnTo>
                  <a:close/>
                  <a:moveTo>
                    <a:pt x="0" y="6824"/>
                  </a:moveTo>
                  <a:lnTo>
                    <a:pt x="0" y="7707"/>
                  </a:lnTo>
                  <a:lnTo>
                    <a:pt x="2518" y="7707"/>
                  </a:lnTo>
                  <a:lnTo>
                    <a:pt x="2518" y="6824"/>
                  </a:lnTo>
                  <a:close/>
                  <a:moveTo>
                    <a:pt x="0" y="10225"/>
                  </a:moveTo>
                  <a:lnTo>
                    <a:pt x="0" y="11108"/>
                  </a:lnTo>
                  <a:lnTo>
                    <a:pt x="2518" y="11108"/>
                  </a:lnTo>
                  <a:lnTo>
                    <a:pt x="2518" y="10225"/>
                  </a:lnTo>
                  <a:close/>
                  <a:moveTo>
                    <a:pt x="0" y="13626"/>
                  </a:moveTo>
                  <a:lnTo>
                    <a:pt x="0" y="14530"/>
                  </a:lnTo>
                  <a:lnTo>
                    <a:pt x="2518" y="14530"/>
                  </a:lnTo>
                  <a:lnTo>
                    <a:pt x="2518" y="13626"/>
                  </a:lnTo>
                  <a:close/>
                  <a:moveTo>
                    <a:pt x="0" y="17048"/>
                  </a:moveTo>
                  <a:lnTo>
                    <a:pt x="0" y="17931"/>
                  </a:lnTo>
                  <a:lnTo>
                    <a:pt x="2518" y="17931"/>
                  </a:lnTo>
                  <a:lnTo>
                    <a:pt x="2518" y="17048"/>
                  </a:lnTo>
                  <a:close/>
                  <a:moveTo>
                    <a:pt x="0" y="20449"/>
                  </a:moveTo>
                  <a:lnTo>
                    <a:pt x="0" y="21332"/>
                  </a:lnTo>
                  <a:lnTo>
                    <a:pt x="2518" y="21332"/>
                  </a:lnTo>
                  <a:lnTo>
                    <a:pt x="2518" y="20449"/>
                  </a:lnTo>
                  <a:close/>
                  <a:moveTo>
                    <a:pt x="0" y="23872"/>
                  </a:moveTo>
                  <a:lnTo>
                    <a:pt x="0" y="24755"/>
                  </a:lnTo>
                  <a:lnTo>
                    <a:pt x="2518" y="24755"/>
                  </a:lnTo>
                  <a:lnTo>
                    <a:pt x="2518" y="23872"/>
                  </a:lnTo>
                  <a:close/>
                  <a:moveTo>
                    <a:pt x="0" y="27273"/>
                  </a:moveTo>
                  <a:lnTo>
                    <a:pt x="0" y="28155"/>
                  </a:lnTo>
                  <a:lnTo>
                    <a:pt x="2518" y="28155"/>
                  </a:lnTo>
                  <a:lnTo>
                    <a:pt x="2518" y="27273"/>
                  </a:lnTo>
                  <a:close/>
                  <a:moveTo>
                    <a:pt x="0" y="30695"/>
                  </a:moveTo>
                  <a:lnTo>
                    <a:pt x="0" y="31578"/>
                  </a:lnTo>
                  <a:lnTo>
                    <a:pt x="2518" y="31578"/>
                  </a:lnTo>
                  <a:lnTo>
                    <a:pt x="2518" y="30695"/>
                  </a:ln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2586;p87">
              <a:extLst>
                <a:ext uri="{FF2B5EF4-FFF2-40B4-BE49-F238E27FC236}">
                  <a16:creationId xmlns:a16="http://schemas.microsoft.com/office/drawing/2014/main" id="{10B37300-D679-4067-0EBF-D50825D64053}"/>
                </a:ext>
              </a:extLst>
            </p:cNvPr>
            <p:cNvSpPr/>
            <p:nvPr/>
          </p:nvSpPr>
          <p:spPr>
            <a:xfrm>
              <a:off x="805300" y="1857650"/>
              <a:ext cx="388025" cy="332050"/>
            </a:xfrm>
            <a:custGeom>
              <a:avLst/>
              <a:gdLst/>
              <a:ahLst/>
              <a:cxnLst/>
              <a:rect l="l" t="t" r="r" b="b"/>
              <a:pathLst>
                <a:path w="15521" h="13282" extrusionOk="0">
                  <a:moveTo>
                    <a:pt x="13885" y="0"/>
                  </a:moveTo>
                  <a:cubicBezTo>
                    <a:pt x="8525" y="2583"/>
                    <a:pt x="3789" y="6286"/>
                    <a:pt x="1" y="10849"/>
                  </a:cubicBezTo>
                  <a:lnTo>
                    <a:pt x="2907" y="13281"/>
                  </a:lnTo>
                  <a:cubicBezTo>
                    <a:pt x="6351" y="9127"/>
                    <a:pt x="10656" y="5747"/>
                    <a:pt x="15521" y="3401"/>
                  </a:cubicBezTo>
                  <a:lnTo>
                    <a:pt x="13885" y="0"/>
                  </a:lnTo>
                  <a:close/>
                </a:path>
              </a:pathLst>
            </a:custGeom>
            <a:solidFill>
              <a:srgbClr val="0068E8">
                <a:alpha val="40000"/>
              </a:srgbClr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2587;p87">
              <a:extLst>
                <a:ext uri="{FF2B5EF4-FFF2-40B4-BE49-F238E27FC236}">
                  <a16:creationId xmlns:a16="http://schemas.microsoft.com/office/drawing/2014/main" id="{4CF7227B-41BA-6481-AD08-653811AAD813}"/>
                </a:ext>
              </a:extLst>
            </p:cNvPr>
            <p:cNvSpPr/>
            <p:nvPr/>
          </p:nvSpPr>
          <p:spPr>
            <a:xfrm>
              <a:off x="728350" y="3848725"/>
              <a:ext cx="3064700" cy="183525"/>
            </a:xfrm>
            <a:custGeom>
              <a:avLst/>
              <a:gdLst/>
              <a:ahLst/>
              <a:cxnLst/>
              <a:rect l="l" t="t" r="r" b="b"/>
              <a:pathLst>
                <a:path w="122588" h="7341" extrusionOk="0">
                  <a:moveTo>
                    <a:pt x="1" y="0"/>
                  </a:moveTo>
                  <a:lnTo>
                    <a:pt x="1" y="7341"/>
                  </a:lnTo>
                  <a:lnTo>
                    <a:pt x="1572" y="7341"/>
                  </a:lnTo>
                  <a:lnTo>
                    <a:pt x="1572" y="0"/>
                  </a:lnTo>
                  <a:close/>
                  <a:moveTo>
                    <a:pt x="3036" y="0"/>
                  </a:moveTo>
                  <a:lnTo>
                    <a:pt x="3036" y="7341"/>
                  </a:lnTo>
                  <a:lnTo>
                    <a:pt x="4586" y="7341"/>
                  </a:lnTo>
                  <a:lnTo>
                    <a:pt x="4586" y="0"/>
                  </a:lnTo>
                  <a:close/>
                  <a:moveTo>
                    <a:pt x="6049" y="0"/>
                  </a:moveTo>
                  <a:lnTo>
                    <a:pt x="6049" y="7341"/>
                  </a:lnTo>
                  <a:lnTo>
                    <a:pt x="7621" y="7341"/>
                  </a:lnTo>
                  <a:lnTo>
                    <a:pt x="7621" y="0"/>
                  </a:lnTo>
                  <a:close/>
                  <a:moveTo>
                    <a:pt x="9084" y="0"/>
                  </a:moveTo>
                  <a:lnTo>
                    <a:pt x="9084" y="7341"/>
                  </a:lnTo>
                  <a:lnTo>
                    <a:pt x="10634" y="7341"/>
                  </a:lnTo>
                  <a:lnTo>
                    <a:pt x="10634" y="0"/>
                  </a:lnTo>
                  <a:close/>
                  <a:moveTo>
                    <a:pt x="12119" y="0"/>
                  </a:moveTo>
                  <a:lnTo>
                    <a:pt x="12119" y="7341"/>
                  </a:lnTo>
                  <a:lnTo>
                    <a:pt x="13669" y="7341"/>
                  </a:lnTo>
                  <a:lnTo>
                    <a:pt x="13669" y="0"/>
                  </a:lnTo>
                  <a:close/>
                  <a:moveTo>
                    <a:pt x="15133" y="0"/>
                  </a:moveTo>
                  <a:lnTo>
                    <a:pt x="15133" y="7341"/>
                  </a:lnTo>
                  <a:lnTo>
                    <a:pt x="16704" y="7341"/>
                  </a:lnTo>
                  <a:lnTo>
                    <a:pt x="16704" y="0"/>
                  </a:lnTo>
                  <a:close/>
                  <a:moveTo>
                    <a:pt x="18168" y="0"/>
                  </a:moveTo>
                  <a:lnTo>
                    <a:pt x="18168" y="7341"/>
                  </a:lnTo>
                  <a:lnTo>
                    <a:pt x="19718" y="7341"/>
                  </a:lnTo>
                  <a:lnTo>
                    <a:pt x="19718" y="0"/>
                  </a:lnTo>
                  <a:close/>
                  <a:moveTo>
                    <a:pt x="21182" y="0"/>
                  </a:moveTo>
                  <a:lnTo>
                    <a:pt x="21182" y="7341"/>
                  </a:lnTo>
                  <a:lnTo>
                    <a:pt x="22753" y="7341"/>
                  </a:lnTo>
                  <a:lnTo>
                    <a:pt x="22753" y="0"/>
                  </a:lnTo>
                  <a:close/>
                  <a:moveTo>
                    <a:pt x="24217" y="0"/>
                  </a:moveTo>
                  <a:lnTo>
                    <a:pt x="24217" y="7341"/>
                  </a:lnTo>
                  <a:lnTo>
                    <a:pt x="25767" y="7341"/>
                  </a:lnTo>
                  <a:lnTo>
                    <a:pt x="25767" y="0"/>
                  </a:lnTo>
                  <a:close/>
                  <a:moveTo>
                    <a:pt x="27230" y="0"/>
                  </a:moveTo>
                  <a:lnTo>
                    <a:pt x="27230" y="7341"/>
                  </a:lnTo>
                  <a:lnTo>
                    <a:pt x="28802" y="7341"/>
                  </a:lnTo>
                  <a:lnTo>
                    <a:pt x="28802" y="0"/>
                  </a:lnTo>
                  <a:close/>
                  <a:moveTo>
                    <a:pt x="30265" y="0"/>
                  </a:moveTo>
                  <a:lnTo>
                    <a:pt x="30265" y="7341"/>
                  </a:lnTo>
                  <a:lnTo>
                    <a:pt x="31815" y="7341"/>
                  </a:lnTo>
                  <a:lnTo>
                    <a:pt x="31815" y="0"/>
                  </a:lnTo>
                  <a:close/>
                  <a:moveTo>
                    <a:pt x="33300" y="0"/>
                  </a:moveTo>
                  <a:lnTo>
                    <a:pt x="33300" y="7341"/>
                  </a:lnTo>
                  <a:lnTo>
                    <a:pt x="34850" y="7341"/>
                  </a:lnTo>
                  <a:lnTo>
                    <a:pt x="34850" y="0"/>
                  </a:lnTo>
                  <a:close/>
                  <a:moveTo>
                    <a:pt x="36314" y="0"/>
                  </a:moveTo>
                  <a:lnTo>
                    <a:pt x="36314" y="7341"/>
                  </a:lnTo>
                  <a:lnTo>
                    <a:pt x="37885" y="7341"/>
                  </a:lnTo>
                  <a:lnTo>
                    <a:pt x="37885" y="0"/>
                  </a:lnTo>
                  <a:close/>
                  <a:moveTo>
                    <a:pt x="39349" y="0"/>
                  </a:moveTo>
                  <a:lnTo>
                    <a:pt x="39349" y="7341"/>
                  </a:lnTo>
                  <a:lnTo>
                    <a:pt x="40899" y="7341"/>
                  </a:lnTo>
                  <a:lnTo>
                    <a:pt x="40899" y="0"/>
                  </a:lnTo>
                  <a:close/>
                  <a:moveTo>
                    <a:pt x="42363" y="0"/>
                  </a:moveTo>
                  <a:lnTo>
                    <a:pt x="42363" y="7341"/>
                  </a:lnTo>
                  <a:lnTo>
                    <a:pt x="43934" y="7341"/>
                  </a:lnTo>
                  <a:lnTo>
                    <a:pt x="43934" y="0"/>
                  </a:lnTo>
                  <a:close/>
                  <a:moveTo>
                    <a:pt x="45398" y="0"/>
                  </a:moveTo>
                  <a:lnTo>
                    <a:pt x="45398" y="7341"/>
                  </a:lnTo>
                  <a:lnTo>
                    <a:pt x="46948" y="7341"/>
                  </a:lnTo>
                  <a:lnTo>
                    <a:pt x="46948" y="0"/>
                  </a:lnTo>
                  <a:close/>
                  <a:moveTo>
                    <a:pt x="48411" y="0"/>
                  </a:moveTo>
                  <a:lnTo>
                    <a:pt x="48411" y="7341"/>
                  </a:lnTo>
                  <a:lnTo>
                    <a:pt x="49983" y="7341"/>
                  </a:lnTo>
                  <a:lnTo>
                    <a:pt x="49983" y="0"/>
                  </a:lnTo>
                  <a:close/>
                  <a:moveTo>
                    <a:pt x="51446" y="0"/>
                  </a:moveTo>
                  <a:lnTo>
                    <a:pt x="51446" y="7341"/>
                  </a:lnTo>
                  <a:lnTo>
                    <a:pt x="52996" y="7341"/>
                  </a:lnTo>
                  <a:lnTo>
                    <a:pt x="52996" y="0"/>
                  </a:lnTo>
                  <a:close/>
                  <a:moveTo>
                    <a:pt x="54482" y="0"/>
                  </a:moveTo>
                  <a:lnTo>
                    <a:pt x="54482" y="7341"/>
                  </a:lnTo>
                  <a:lnTo>
                    <a:pt x="56031" y="7341"/>
                  </a:lnTo>
                  <a:lnTo>
                    <a:pt x="56031" y="0"/>
                  </a:lnTo>
                  <a:close/>
                  <a:moveTo>
                    <a:pt x="57495" y="0"/>
                  </a:moveTo>
                  <a:lnTo>
                    <a:pt x="57495" y="7341"/>
                  </a:lnTo>
                  <a:lnTo>
                    <a:pt x="59045" y="7341"/>
                  </a:lnTo>
                  <a:lnTo>
                    <a:pt x="59045" y="0"/>
                  </a:lnTo>
                  <a:close/>
                  <a:moveTo>
                    <a:pt x="60530" y="0"/>
                  </a:moveTo>
                  <a:lnTo>
                    <a:pt x="60530" y="7341"/>
                  </a:lnTo>
                  <a:lnTo>
                    <a:pt x="62080" y="7341"/>
                  </a:lnTo>
                  <a:lnTo>
                    <a:pt x="62080" y="0"/>
                  </a:lnTo>
                  <a:close/>
                  <a:moveTo>
                    <a:pt x="63544" y="0"/>
                  </a:moveTo>
                  <a:lnTo>
                    <a:pt x="63544" y="7341"/>
                  </a:lnTo>
                  <a:lnTo>
                    <a:pt x="65115" y="7341"/>
                  </a:lnTo>
                  <a:lnTo>
                    <a:pt x="65115" y="0"/>
                  </a:lnTo>
                  <a:close/>
                  <a:moveTo>
                    <a:pt x="66579" y="0"/>
                  </a:moveTo>
                  <a:lnTo>
                    <a:pt x="66579" y="7341"/>
                  </a:lnTo>
                  <a:lnTo>
                    <a:pt x="68129" y="7341"/>
                  </a:lnTo>
                  <a:lnTo>
                    <a:pt x="68129" y="0"/>
                  </a:lnTo>
                  <a:close/>
                  <a:moveTo>
                    <a:pt x="69592" y="0"/>
                  </a:moveTo>
                  <a:lnTo>
                    <a:pt x="69592" y="7341"/>
                  </a:lnTo>
                  <a:lnTo>
                    <a:pt x="71164" y="7341"/>
                  </a:lnTo>
                  <a:lnTo>
                    <a:pt x="71164" y="0"/>
                  </a:lnTo>
                  <a:close/>
                  <a:moveTo>
                    <a:pt x="72627" y="0"/>
                  </a:moveTo>
                  <a:lnTo>
                    <a:pt x="72627" y="7341"/>
                  </a:lnTo>
                  <a:lnTo>
                    <a:pt x="74177" y="7341"/>
                  </a:lnTo>
                  <a:lnTo>
                    <a:pt x="74177" y="0"/>
                  </a:lnTo>
                  <a:close/>
                  <a:moveTo>
                    <a:pt x="75641" y="0"/>
                  </a:moveTo>
                  <a:lnTo>
                    <a:pt x="75641" y="7341"/>
                  </a:lnTo>
                  <a:lnTo>
                    <a:pt x="77191" y="7341"/>
                  </a:lnTo>
                  <a:lnTo>
                    <a:pt x="77212" y="0"/>
                  </a:lnTo>
                  <a:close/>
                  <a:moveTo>
                    <a:pt x="78676" y="0"/>
                  </a:moveTo>
                  <a:lnTo>
                    <a:pt x="78676" y="7341"/>
                  </a:lnTo>
                  <a:lnTo>
                    <a:pt x="80226" y="7341"/>
                  </a:lnTo>
                  <a:lnTo>
                    <a:pt x="80226" y="0"/>
                  </a:lnTo>
                  <a:close/>
                  <a:moveTo>
                    <a:pt x="81711" y="0"/>
                  </a:moveTo>
                  <a:lnTo>
                    <a:pt x="81711" y="7341"/>
                  </a:lnTo>
                  <a:lnTo>
                    <a:pt x="83261" y="7341"/>
                  </a:lnTo>
                  <a:lnTo>
                    <a:pt x="83261" y="0"/>
                  </a:lnTo>
                  <a:close/>
                  <a:moveTo>
                    <a:pt x="84725" y="0"/>
                  </a:moveTo>
                  <a:lnTo>
                    <a:pt x="84725" y="7341"/>
                  </a:lnTo>
                  <a:lnTo>
                    <a:pt x="86296" y="7341"/>
                  </a:lnTo>
                  <a:lnTo>
                    <a:pt x="86296" y="0"/>
                  </a:lnTo>
                  <a:close/>
                  <a:moveTo>
                    <a:pt x="87760" y="0"/>
                  </a:moveTo>
                  <a:lnTo>
                    <a:pt x="87760" y="7341"/>
                  </a:lnTo>
                  <a:lnTo>
                    <a:pt x="89310" y="7341"/>
                  </a:lnTo>
                  <a:lnTo>
                    <a:pt x="89310" y="0"/>
                  </a:lnTo>
                  <a:close/>
                  <a:moveTo>
                    <a:pt x="90773" y="0"/>
                  </a:moveTo>
                  <a:lnTo>
                    <a:pt x="90773" y="7341"/>
                  </a:lnTo>
                  <a:lnTo>
                    <a:pt x="92345" y="7341"/>
                  </a:lnTo>
                  <a:lnTo>
                    <a:pt x="92345" y="0"/>
                  </a:lnTo>
                  <a:close/>
                  <a:moveTo>
                    <a:pt x="93808" y="0"/>
                  </a:moveTo>
                  <a:lnTo>
                    <a:pt x="93808" y="7341"/>
                  </a:lnTo>
                  <a:lnTo>
                    <a:pt x="95358" y="7341"/>
                  </a:lnTo>
                  <a:lnTo>
                    <a:pt x="95358" y="0"/>
                  </a:lnTo>
                  <a:close/>
                  <a:moveTo>
                    <a:pt x="96822" y="0"/>
                  </a:moveTo>
                  <a:lnTo>
                    <a:pt x="96822" y="7341"/>
                  </a:lnTo>
                  <a:lnTo>
                    <a:pt x="98393" y="7341"/>
                  </a:lnTo>
                  <a:lnTo>
                    <a:pt x="98393" y="0"/>
                  </a:lnTo>
                  <a:close/>
                  <a:moveTo>
                    <a:pt x="99857" y="0"/>
                  </a:moveTo>
                  <a:lnTo>
                    <a:pt x="99857" y="7341"/>
                  </a:lnTo>
                  <a:lnTo>
                    <a:pt x="101407" y="7341"/>
                  </a:lnTo>
                  <a:lnTo>
                    <a:pt x="101407" y="0"/>
                  </a:lnTo>
                  <a:close/>
                  <a:moveTo>
                    <a:pt x="102871" y="0"/>
                  </a:moveTo>
                  <a:lnTo>
                    <a:pt x="102871" y="7341"/>
                  </a:lnTo>
                  <a:lnTo>
                    <a:pt x="104442" y="7341"/>
                  </a:lnTo>
                  <a:lnTo>
                    <a:pt x="104442" y="0"/>
                  </a:lnTo>
                  <a:close/>
                  <a:moveTo>
                    <a:pt x="105906" y="0"/>
                  </a:moveTo>
                  <a:lnTo>
                    <a:pt x="105906" y="7341"/>
                  </a:lnTo>
                  <a:lnTo>
                    <a:pt x="107456" y="7341"/>
                  </a:lnTo>
                  <a:lnTo>
                    <a:pt x="107456" y="0"/>
                  </a:lnTo>
                  <a:close/>
                  <a:moveTo>
                    <a:pt x="108919" y="0"/>
                  </a:moveTo>
                  <a:lnTo>
                    <a:pt x="108919" y="7341"/>
                  </a:lnTo>
                  <a:lnTo>
                    <a:pt x="110491" y="7341"/>
                  </a:lnTo>
                  <a:lnTo>
                    <a:pt x="110491" y="0"/>
                  </a:lnTo>
                  <a:close/>
                  <a:moveTo>
                    <a:pt x="111976" y="0"/>
                  </a:moveTo>
                  <a:lnTo>
                    <a:pt x="111976" y="7341"/>
                  </a:lnTo>
                  <a:lnTo>
                    <a:pt x="113526" y="7341"/>
                  </a:lnTo>
                  <a:lnTo>
                    <a:pt x="113504" y="0"/>
                  </a:lnTo>
                  <a:close/>
                  <a:moveTo>
                    <a:pt x="114989" y="0"/>
                  </a:moveTo>
                  <a:lnTo>
                    <a:pt x="114989" y="7341"/>
                  </a:lnTo>
                  <a:lnTo>
                    <a:pt x="116539" y="7341"/>
                  </a:lnTo>
                  <a:lnTo>
                    <a:pt x="116539" y="0"/>
                  </a:lnTo>
                  <a:close/>
                  <a:moveTo>
                    <a:pt x="118003" y="0"/>
                  </a:moveTo>
                  <a:lnTo>
                    <a:pt x="118003" y="7341"/>
                  </a:lnTo>
                  <a:lnTo>
                    <a:pt x="119574" y="7341"/>
                  </a:lnTo>
                  <a:lnTo>
                    <a:pt x="119574" y="0"/>
                  </a:lnTo>
                  <a:close/>
                  <a:moveTo>
                    <a:pt x="121038" y="0"/>
                  </a:moveTo>
                  <a:lnTo>
                    <a:pt x="121038" y="7341"/>
                  </a:lnTo>
                  <a:lnTo>
                    <a:pt x="122588" y="7341"/>
                  </a:lnTo>
                  <a:lnTo>
                    <a:pt x="122588" y="0"/>
                  </a:lnTo>
                  <a:close/>
                </a:path>
              </a:pathLst>
            </a:custGeom>
            <a:solidFill>
              <a:srgbClr val="0068E8">
                <a:alpha val="40000"/>
              </a:srgbClr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2588;p87">
              <a:extLst>
                <a:ext uri="{FF2B5EF4-FFF2-40B4-BE49-F238E27FC236}">
                  <a16:creationId xmlns:a16="http://schemas.microsoft.com/office/drawing/2014/main" id="{11F1A785-DB0A-1602-5D12-5D52AB70EE5D}"/>
                </a:ext>
              </a:extLst>
            </p:cNvPr>
            <p:cNvSpPr/>
            <p:nvPr/>
          </p:nvSpPr>
          <p:spPr>
            <a:xfrm>
              <a:off x="3877525" y="3848175"/>
              <a:ext cx="1971750" cy="31775"/>
            </a:xfrm>
            <a:custGeom>
              <a:avLst/>
              <a:gdLst/>
              <a:ahLst/>
              <a:cxnLst/>
              <a:rect l="l" t="t" r="r" b="b"/>
              <a:pathLst>
                <a:path w="78870" h="1271" extrusionOk="0">
                  <a:moveTo>
                    <a:pt x="0" y="1"/>
                  </a:moveTo>
                  <a:lnTo>
                    <a:pt x="0" y="1271"/>
                  </a:lnTo>
                  <a:lnTo>
                    <a:pt x="78870" y="1271"/>
                  </a:lnTo>
                  <a:lnTo>
                    <a:pt x="78870" y="1"/>
                  </a:lnTo>
                  <a:close/>
                </a:path>
              </a:pathLst>
            </a:custGeom>
            <a:solidFill>
              <a:srgbClr val="0068E8">
                <a:alpha val="40000"/>
              </a:srgbClr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2589;p87">
              <a:extLst>
                <a:ext uri="{FF2B5EF4-FFF2-40B4-BE49-F238E27FC236}">
                  <a16:creationId xmlns:a16="http://schemas.microsoft.com/office/drawing/2014/main" id="{88D57F11-8556-1587-1307-0E8F49C74545}"/>
                </a:ext>
              </a:extLst>
            </p:cNvPr>
            <p:cNvSpPr/>
            <p:nvPr/>
          </p:nvSpPr>
          <p:spPr>
            <a:xfrm>
              <a:off x="858050" y="2044375"/>
              <a:ext cx="1478825" cy="1479350"/>
            </a:xfrm>
            <a:custGeom>
              <a:avLst/>
              <a:gdLst/>
              <a:ahLst/>
              <a:cxnLst/>
              <a:rect l="l" t="t" r="r" b="b"/>
              <a:pathLst>
                <a:path w="59153" h="59174" extrusionOk="0">
                  <a:moveTo>
                    <a:pt x="29576" y="0"/>
                  </a:moveTo>
                  <a:lnTo>
                    <a:pt x="29576" y="1270"/>
                  </a:lnTo>
                  <a:lnTo>
                    <a:pt x="30071" y="1270"/>
                  </a:lnTo>
                  <a:lnTo>
                    <a:pt x="30093" y="0"/>
                  </a:lnTo>
                  <a:close/>
                  <a:moveTo>
                    <a:pt x="28285" y="22"/>
                  </a:moveTo>
                  <a:lnTo>
                    <a:pt x="27790" y="43"/>
                  </a:lnTo>
                  <a:lnTo>
                    <a:pt x="27854" y="1313"/>
                  </a:lnTo>
                  <a:lnTo>
                    <a:pt x="28349" y="1292"/>
                  </a:lnTo>
                  <a:lnTo>
                    <a:pt x="28285" y="22"/>
                  </a:lnTo>
                  <a:close/>
                  <a:moveTo>
                    <a:pt x="31384" y="65"/>
                  </a:moveTo>
                  <a:lnTo>
                    <a:pt x="31298" y="1313"/>
                  </a:lnTo>
                  <a:lnTo>
                    <a:pt x="31793" y="1356"/>
                  </a:lnTo>
                  <a:lnTo>
                    <a:pt x="31901" y="86"/>
                  </a:lnTo>
                  <a:lnTo>
                    <a:pt x="31384" y="65"/>
                  </a:lnTo>
                  <a:close/>
                  <a:moveTo>
                    <a:pt x="26520" y="151"/>
                  </a:moveTo>
                  <a:lnTo>
                    <a:pt x="26003" y="216"/>
                  </a:lnTo>
                  <a:lnTo>
                    <a:pt x="26154" y="1464"/>
                  </a:lnTo>
                  <a:lnTo>
                    <a:pt x="26649" y="1421"/>
                  </a:lnTo>
                  <a:lnTo>
                    <a:pt x="26520" y="151"/>
                  </a:lnTo>
                  <a:close/>
                  <a:moveTo>
                    <a:pt x="33192" y="216"/>
                  </a:moveTo>
                  <a:lnTo>
                    <a:pt x="33042" y="1464"/>
                  </a:lnTo>
                  <a:lnTo>
                    <a:pt x="33537" y="1529"/>
                  </a:lnTo>
                  <a:lnTo>
                    <a:pt x="33709" y="280"/>
                  </a:lnTo>
                  <a:lnTo>
                    <a:pt x="33192" y="216"/>
                  </a:lnTo>
                  <a:close/>
                  <a:moveTo>
                    <a:pt x="24711" y="388"/>
                  </a:moveTo>
                  <a:lnTo>
                    <a:pt x="24216" y="495"/>
                  </a:lnTo>
                  <a:lnTo>
                    <a:pt x="24453" y="1722"/>
                  </a:lnTo>
                  <a:lnTo>
                    <a:pt x="24927" y="1636"/>
                  </a:lnTo>
                  <a:lnTo>
                    <a:pt x="24711" y="388"/>
                  </a:lnTo>
                  <a:close/>
                  <a:moveTo>
                    <a:pt x="34979" y="474"/>
                  </a:moveTo>
                  <a:lnTo>
                    <a:pt x="34742" y="1722"/>
                  </a:lnTo>
                  <a:lnTo>
                    <a:pt x="35237" y="1809"/>
                  </a:lnTo>
                  <a:lnTo>
                    <a:pt x="35474" y="603"/>
                  </a:lnTo>
                  <a:lnTo>
                    <a:pt x="34979" y="474"/>
                  </a:lnTo>
                  <a:close/>
                  <a:moveTo>
                    <a:pt x="22968" y="732"/>
                  </a:moveTo>
                  <a:lnTo>
                    <a:pt x="22451" y="861"/>
                  </a:lnTo>
                  <a:lnTo>
                    <a:pt x="22753" y="2088"/>
                  </a:lnTo>
                  <a:lnTo>
                    <a:pt x="23226" y="1959"/>
                  </a:lnTo>
                  <a:lnTo>
                    <a:pt x="22968" y="732"/>
                  </a:lnTo>
                  <a:close/>
                  <a:moveTo>
                    <a:pt x="36744" y="861"/>
                  </a:moveTo>
                  <a:lnTo>
                    <a:pt x="36443" y="2088"/>
                  </a:lnTo>
                  <a:lnTo>
                    <a:pt x="36916" y="2217"/>
                  </a:lnTo>
                  <a:lnTo>
                    <a:pt x="37239" y="991"/>
                  </a:lnTo>
                  <a:lnTo>
                    <a:pt x="36744" y="861"/>
                  </a:lnTo>
                  <a:close/>
                  <a:moveTo>
                    <a:pt x="21203" y="1206"/>
                  </a:moveTo>
                  <a:lnTo>
                    <a:pt x="20708" y="1356"/>
                  </a:lnTo>
                  <a:lnTo>
                    <a:pt x="21074" y="2562"/>
                  </a:lnTo>
                  <a:lnTo>
                    <a:pt x="21569" y="2411"/>
                  </a:lnTo>
                  <a:lnTo>
                    <a:pt x="21203" y="1206"/>
                  </a:lnTo>
                  <a:close/>
                  <a:moveTo>
                    <a:pt x="38488" y="1378"/>
                  </a:moveTo>
                  <a:lnTo>
                    <a:pt x="38100" y="2583"/>
                  </a:lnTo>
                  <a:lnTo>
                    <a:pt x="38574" y="2734"/>
                  </a:lnTo>
                  <a:lnTo>
                    <a:pt x="38961" y="1529"/>
                  </a:lnTo>
                  <a:lnTo>
                    <a:pt x="38488" y="1378"/>
                  </a:lnTo>
                  <a:close/>
                  <a:moveTo>
                    <a:pt x="19481" y="1765"/>
                  </a:moveTo>
                  <a:lnTo>
                    <a:pt x="19007" y="1938"/>
                  </a:lnTo>
                  <a:lnTo>
                    <a:pt x="19459" y="3143"/>
                  </a:lnTo>
                  <a:lnTo>
                    <a:pt x="19933" y="2949"/>
                  </a:lnTo>
                  <a:lnTo>
                    <a:pt x="19481" y="1765"/>
                  </a:lnTo>
                  <a:close/>
                  <a:moveTo>
                    <a:pt x="40188" y="1959"/>
                  </a:moveTo>
                  <a:lnTo>
                    <a:pt x="39736" y="3143"/>
                  </a:lnTo>
                  <a:lnTo>
                    <a:pt x="40210" y="3337"/>
                  </a:lnTo>
                  <a:lnTo>
                    <a:pt x="40683" y="2153"/>
                  </a:lnTo>
                  <a:lnTo>
                    <a:pt x="40188" y="1959"/>
                  </a:lnTo>
                  <a:close/>
                  <a:moveTo>
                    <a:pt x="17823" y="2433"/>
                  </a:moveTo>
                  <a:lnTo>
                    <a:pt x="17350" y="2648"/>
                  </a:lnTo>
                  <a:lnTo>
                    <a:pt x="17866" y="3810"/>
                  </a:lnTo>
                  <a:lnTo>
                    <a:pt x="18318" y="3595"/>
                  </a:lnTo>
                  <a:lnTo>
                    <a:pt x="17823" y="2433"/>
                  </a:lnTo>
                  <a:close/>
                  <a:moveTo>
                    <a:pt x="41867" y="2670"/>
                  </a:moveTo>
                  <a:lnTo>
                    <a:pt x="41329" y="3810"/>
                  </a:lnTo>
                  <a:lnTo>
                    <a:pt x="41781" y="4026"/>
                  </a:lnTo>
                  <a:lnTo>
                    <a:pt x="42341" y="2885"/>
                  </a:lnTo>
                  <a:lnTo>
                    <a:pt x="41867" y="2670"/>
                  </a:lnTo>
                  <a:close/>
                  <a:moveTo>
                    <a:pt x="16187" y="3208"/>
                  </a:moveTo>
                  <a:lnTo>
                    <a:pt x="15735" y="3444"/>
                  </a:lnTo>
                  <a:lnTo>
                    <a:pt x="16317" y="4564"/>
                  </a:lnTo>
                  <a:lnTo>
                    <a:pt x="16769" y="4327"/>
                  </a:lnTo>
                  <a:lnTo>
                    <a:pt x="16187" y="3208"/>
                  </a:lnTo>
                  <a:close/>
                  <a:moveTo>
                    <a:pt x="43460" y="3466"/>
                  </a:moveTo>
                  <a:lnTo>
                    <a:pt x="42879" y="4564"/>
                  </a:lnTo>
                  <a:lnTo>
                    <a:pt x="43309" y="4801"/>
                  </a:lnTo>
                  <a:lnTo>
                    <a:pt x="43912" y="3703"/>
                  </a:lnTo>
                  <a:lnTo>
                    <a:pt x="43460" y="3466"/>
                  </a:lnTo>
                  <a:close/>
                  <a:moveTo>
                    <a:pt x="14595" y="4069"/>
                  </a:moveTo>
                  <a:lnTo>
                    <a:pt x="14164" y="4348"/>
                  </a:lnTo>
                  <a:lnTo>
                    <a:pt x="14831" y="5425"/>
                  </a:lnTo>
                  <a:lnTo>
                    <a:pt x="15240" y="5166"/>
                  </a:lnTo>
                  <a:lnTo>
                    <a:pt x="14595" y="4069"/>
                  </a:lnTo>
                  <a:close/>
                  <a:moveTo>
                    <a:pt x="45031" y="4348"/>
                  </a:moveTo>
                  <a:lnTo>
                    <a:pt x="44364" y="5425"/>
                  </a:lnTo>
                  <a:lnTo>
                    <a:pt x="44795" y="5683"/>
                  </a:lnTo>
                  <a:lnTo>
                    <a:pt x="45462" y="4607"/>
                  </a:lnTo>
                  <a:lnTo>
                    <a:pt x="45031" y="4348"/>
                  </a:lnTo>
                  <a:close/>
                  <a:moveTo>
                    <a:pt x="13066" y="5037"/>
                  </a:moveTo>
                  <a:lnTo>
                    <a:pt x="12657" y="5339"/>
                  </a:lnTo>
                  <a:lnTo>
                    <a:pt x="13368" y="6350"/>
                  </a:lnTo>
                  <a:lnTo>
                    <a:pt x="13777" y="6092"/>
                  </a:lnTo>
                  <a:lnTo>
                    <a:pt x="13066" y="5037"/>
                  </a:lnTo>
                  <a:close/>
                  <a:moveTo>
                    <a:pt x="46517" y="5339"/>
                  </a:moveTo>
                  <a:lnTo>
                    <a:pt x="45806" y="6372"/>
                  </a:lnTo>
                  <a:lnTo>
                    <a:pt x="46194" y="6652"/>
                  </a:lnTo>
                  <a:lnTo>
                    <a:pt x="46947" y="5640"/>
                  </a:lnTo>
                  <a:lnTo>
                    <a:pt x="46517" y="5339"/>
                  </a:lnTo>
                  <a:close/>
                  <a:moveTo>
                    <a:pt x="11602" y="6092"/>
                  </a:moveTo>
                  <a:lnTo>
                    <a:pt x="11194" y="6415"/>
                  </a:lnTo>
                  <a:lnTo>
                    <a:pt x="11968" y="7405"/>
                  </a:lnTo>
                  <a:lnTo>
                    <a:pt x="12356" y="7082"/>
                  </a:lnTo>
                  <a:lnTo>
                    <a:pt x="11602" y="6092"/>
                  </a:lnTo>
                  <a:close/>
                  <a:moveTo>
                    <a:pt x="47959" y="6415"/>
                  </a:moveTo>
                  <a:lnTo>
                    <a:pt x="47184" y="7405"/>
                  </a:lnTo>
                  <a:lnTo>
                    <a:pt x="47571" y="7706"/>
                  </a:lnTo>
                  <a:lnTo>
                    <a:pt x="48368" y="6738"/>
                  </a:lnTo>
                  <a:lnTo>
                    <a:pt x="47959" y="6415"/>
                  </a:lnTo>
                  <a:close/>
                  <a:moveTo>
                    <a:pt x="10203" y="7233"/>
                  </a:moveTo>
                  <a:cubicBezTo>
                    <a:pt x="10074" y="7340"/>
                    <a:pt x="9945" y="7470"/>
                    <a:pt x="9816" y="7577"/>
                  </a:cubicBezTo>
                  <a:lnTo>
                    <a:pt x="10655" y="8524"/>
                  </a:lnTo>
                  <a:lnTo>
                    <a:pt x="10655" y="8503"/>
                  </a:lnTo>
                  <a:cubicBezTo>
                    <a:pt x="10785" y="8395"/>
                    <a:pt x="10892" y="8288"/>
                    <a:pt x="11021" y="8201"/>
                  </a:cubicBezTo>
                  <a:lnTo>
                    <a:pt x="10203" y="7233"/>
                  </a:lnTo>
                  <a:close/>
                  <a:moveTo>
                    <a:pt x="49337" y="7577"/>
                  </a:moveTo>
                  <a:lnTo>
                    <a:pt x="48497" y="8524"/>
                  </a:lnTo>
                  <a:lnTo>
                    <a:pt x="48863" y="8847"/>
                  </a:lnTo>
                  <a:lnTo>
                    <a:pt x="49724" y="7922"/>
                  </a:lnTo>
                  <a:lnTo>
                    <a:pt x="49337" y="7577"/>
                  </a:lnTo>
                  <a:close/>
                  <a:moveTo>
                    <a:pt x="8869" y="8460"/>
                  </a:moveTo>
                  <a:cubicBezTo>
                    <a:pt x="8761" y="8589"/>
                    <a:pt x="8632" y="8697"/>
                    <a:pt x="8503" y="8826"/>
                  </a:cubicBezTo>
                  <a:lnTo>
                    <a:pt x="9407" y="9708"/>
                  </a:lnTo>
                  <a:cubicBezTo>
                    <a:pt x="9515" y="9579"/>
                    <a:pt x="9644" y="9471"/>
                    <a:pt x="9751" y="9364"/>
                  </a:cubicBezTo>
                  <a:lnTo>
                    <a:pt x="8869" y="8460"/>
                  </a:lnTo>
                  <a:close/>
                  <a:moveTo>
                    <a:pt x="50650" y="8826"/>
                  </a:moveTo>
                  <a:lnTo>
                    <a:pt x="49746" y="9708"/>
                  </a:lnTo>
                  <a:lnTo>
                    <a:pt x="50090" y="10074"/>
                  </a:lnTo>
                  <a:lnTo>
                    <a:pt x="51016" y="9192"/>
                  </a:lnTo>
                  <a:lnTo>
                    <a:pt x="50650" y="8826"/>
                  </a:lnTo>
                  <a:close/>
                  <a:moveTo>
                    <a:pt x="7620" y="9751"/>
                  </a:moveTo>
                  <a:lnTo>
                    <a:pt x="7276" y="10139"/>
                  </a:lnTo>
                  <a:lnTo>
                    <a:pt x="8223" y="10978"/>
                  </a:lnTo>
                  <a:lnTo>
                    <a:pt x="8567" y="10612"/>
                  </a:lnTo>
                  <a:lnTo>
                    <a:pt x="7620" y="9751"/>
                  </a:lnTo>
                  <a:close/>
                  <a:moveTo>
                    <a:pt x="51877" y="10160"/>
                  </a:moveTo>
                  <a:lnTo>
                    <a:pt x="50929" y="10978"/>
                  </a:lnTo>
                  <a:lnTo>
                    <a:pt x="51252" y="11366"/>
                  </a:lnTo>
                  <a:lnTo>
                    <a:pt x="52199" y="10548"/>
                  </a:lnTo>
                  <a:lnTo>
                    <a:pt x="51877" y="10160"/>
                  </a:lnTo>
                  <a:close/>
                  <a:moveTo>
                    <a:pt x="6458" y="11129"/>
                  </a:moveTo>
                  <a:lnTo>
                    <a:pt x="6157" y="11538"/>
                  </a:lnTo>
                  <a:lnTo>
                    <a:pt x="7147" y="12313"/>
                  </a:lnTo>
                  <a:lnTo>
                    <a:pt x="7448" y="11904"/>
                  </a:lnTo>
                  <a:lnTo>
                    <a:pt x="6458" y="11129"/>
                  </a:lnTo>
                  <a:close/>
                  <a:moveTo>
                    <a:pt x="53017" y="11538"/>
                  </a:moveTo>
                  <a:lnTo>
                    <a:pt x="52027" y="12313"/>
                  </a:lnTo>
                  <a:lnTo>
                    <a:pt x="52329" y="12700"/>
                  </a:lnTo>
                  <a:lnTo>
                    <a:pt x="53340" y="11947"/>
                  </a:lnTo>
                  <a:lnTo>
                    <a:pt x="53017" y="11538"/>
                  </a:lnTo>
                  <a:close/>
                  <a:moveTo>
                    <a:pt x="5360" y="12571"/>
                  </a:moveTo>
                  <a:lnTo>
                    <a:pt x="5080" y="12980"/>
                  </a:lnTo>
                  <a:lnTo>
                    <a:pt x="6135" y="13690"/>
                  </a:lnTo>
                  <a:lnTo>
                    <a:pt x="6393" y="13303"/>
                  </a:lnTo>
                  <a:lnTo>
                    <a:pt x="5360" y="12571"/>
                  </a:lnTo>
                  <a:close/>
                  <a:moveTo>
                    <a:pt x="54072" y="12980"/>
                  </a:moveTo>
                  <a:lnTo>
                    <a:pt x="53039" y="13690"/>
                  </a:lnTo>
                  <a:lnTo>
                    <a:pt x="53297" y="14099"/>
                  </a:lnTo>
                  <a:lnTo>
                    <a:pt x="54374" y="13411"/>
                  </a:lnTo>
                  <a:lnTo>
                    <a:pt x="54072" y="12980"/>
                  </a:lnTo>
                  <a:close/>
                  <a:moveTo>
                    <a:pt x="4391" y="14056"/>
                  </a:moveTo>
                  <a:lnTo>
                    <a:pt x="4133" y="14508"/>
                  </a:lnTo>
                  <a:lnTo>
                    <a:pt x="5209" y="15133"/>
                  </a:lnTo>
                  <a:lnTo>
                    <a:pt x="5468" y="14724"/>
                  </a:lnTo>
                  <a:lnTo>
                    <a:pt x="4391" y="14056"/>
                  </a:lnTo>
                  <a:close/>
                  <a:moveTo>
                    <a:pt x="55041" y="14508"/>
                  </a:moveTo>
                  <a:lnTo>
                    <a:pt x="53965" y="15154"/>
                  </a:lnTo>
                  <a:lnTo>
                    <a:pt x="54201" y="15585"/>
                  </a:lnTo>
                  <a:lnTo>
                    <a:pt x="55299" y="14960"/>
                  </a:lnTo>
                  <a:lnTo>
                    <a:pt x="55041" y="14508"/>
                  </a:lnTo>
                  <a:close/>
                  <a:moveTo>
                    <a:pt x="3487" y="15628"/>
                  </a:moveTo>
                  <a:lnTo>
                    <a:pt x="3251" y="16080"/>
                  </a:lnTo>
                  <a:lnTo>
                    <a:pt x="4370" y="16661"/>
                  </a:lnTo>
                  <a:lnTo>
                    <a:pt x="4607" y="16230"/>
                  </a:lnTo>
                  <a:lnTo>
                    <a:pt x="3487" y="15628"/>
                  </a:lnTo>
                  <a:close/>
                  <a:moveTo>
                    <a:pt x="55902" y="16101"/>
                  </a:moveTo>
                  <a:lnTo>
                    <a:pt x="54782" y="16682"/>
                  </a:lnTo>
                  <a:lnTo>
                    <a:pt x="54998" y="17134"/>
                  </a:lnTo>
                  <a:lnTo>
                    <a:pt x="56139" y="16575"/>
                  </a:lnTo>
                  <a:lnTo>
                    <a:pt x="55902" y="16101"/>
                  </a:lnTo>
                  <a:close/>
                  <a:moveTo>
                    <a:pt x="2669" y="17242"/>
                  </a:moveTo>
                  <a:lnTo>
                    <a:pt x="2454" y="17716"/>
                  </a:lnTo>
                  <a:lnTo>
                    <a:pt x="3617" y="18211"/>
                  </a:lnTo>
                  <a:lnTo>
                    <a:pt x="3810" y="17780"/>
                  </a:lnTo>
                  <a:lnTo>
                    <a:pt x="2669" y="17242"/>
                  </a:lnTo>
                  <a:close/>
                  <a:moveTo>
                    <a:pt x="56677" y="17737"/>
                  </a:moveTo>
                  <a:lnTo>
                    <a:pt x="55536" y="18254"/>
                  </a:lnTo>
                  <a:lnTo>
                    <a:pt x="55730" y="18706"/>
                  </a:lnTo>
                  <a:lnTo>
                    <a:pt x="56892" y="18211"/>
                  </a:lnTo>
                  <a:lnTo>
                    <a:pt x="56677" y="17737"/>
                  </a:lnTo>
                  <a:close/>
                  <a:moveTo>
                    <a:pt x="1981" y="18900"/>
                  </a:moveTo>
                  <a:lnTo>
                    <a:pt x="1808" y="19373"/>
                  </a:lnTo>
                  <a:lnTo>
                    <a:pt x="2992" y="19825"/>
                  </a:lnTo>
                  <a:lnTo>
                    <a:pt x="3165" y="19352"/>
                  </a:lnTo>
                  <a:lnTo>
                    <a:pt x="1981" y="18900"/>
                  </a:lnTo>
                  <a:close/>
                  <a:moveTo>
                    <a:pt x="57366" y="19416"/>
                  </a:moveTo>
                  <a:lnTo>
                    <a:pt x="56182" y="19847"/>
                  </a:lnTo>
                  <a:lnTo>
                    <a:pt x="56354" y="20320"/>
                  </a:lnTo>
                  <a:lnTo>
                    <a:pt x="57538" y="19911"/>
                  </a:lnTo>
                  <a:lnTo>
                    <a:pt x="57366" y="19416"/>
                  </a:lnTo>
                  <a:close/>
                  <a:moveTo>
                    <a:pt x="1378" y="20600"/>
                  </a:moveTo>
                  <a:lnTo>
                    <a:pt x="1227" y="21095"/>
                  </a:lnTo>
                  <a:lnTo>
                    <a:pt x="2433" y="21461"/>
                  </a:lnTo>
                  <a:lnTo>
                    <a:pt x="2583" y="20987"/>
                  </a:lnTo>
                  <a:lnTo>
                    <a:pt x="1378" y="20600"/>
                  </a:lnTo>
                  <a:close/>
                  <a:moveTo>
                    <a:pt x="57925" y="21138"/>
                  </a:moveTo>
                  <a:lnTo>
                    <a:pt x="56720" y="21483"/>
                  </a:lnTo>
                  <a:lnTo>
                    <a:pt x="56849" y="21956"/>
                  </a:lnTo>
                  <a:lnTo>
                    <a:pt x="58076" y="21633"/>
                  </a:lnTo>
                  <a:lnTo>
                    <a:pt x="57925" y="21138"/>
                  </a:lnTo>
                  <a:close/>
                  <a:moveTo>
                    <a:pt x="883" y="22322"/>
                  </a:moveTo>
                  <a:lnTo>
                    <a:pt x="775" y="22839"/>
                  </a:lnTo>
                  <a:lnTo>
                    <a:pt x="1981" y="23118"/>
                  </a:lnTo>
                  <a:lnTo>
                    <a:pt x="2110" y="22645"/>
                  </a:lnTo>
                  <a:lnTo>
                    <a:pt x="883" y="22322"/>
                  </a:lnTo>
                  <a:close/>
                  <a:moveTo>
                    <a:pt x="58399" y="22882"/>
                  </a:moveTo>
                  <a:lnTo>
                    <a:pt x="57172" y="23162"/>
                  </a:lnTo>
                  <a:lnTo>
                    <a:pt x="57279" y="23635"/>
                  </a:lnTo>
                  <a:lnTo>
                    <a:pt x="58506" y="23377"/>
                  </a:lnTo>
                  <a:lnTo>
                    <a:pt x="58399" y="22882"/>
                  </a:lnTo>
                  <a:close/>
                  <a:moveTo>
                    <a:pt x="495" y="24087"/>
                  </a:moveTo>
                  <a:lnTo>
                    <a:pt x="409" y="24604"/>
                  </a:lnTo>
                  <a:lnTo>
                    <a:pt x="1658" y="24819"/>
                  </a:lnTo>
                  <a:lnTo>
                    <a:pt x="1744" y="24324"/>
                  </a:lnTo>
                  <a:lnTo>
                    <a:pt x="495" y="24087"/>
                  </a:lnTo>
                  <a:close/>
                  <a:moveTo>
                    <a:pt x="58743" y="24647"/>
                  </a:moveTo>
                  <a:lnTo>
                    <a:pt x="57516" y="24862"/>
                  </a:lnTo>
                  <a:lnTo>
                    <a:pt x="57581" y="25357"/>
                  </a:lnTo>
                  <a:lnTo>
                    <a:pt x="58829" y="25163"/>
                  </a:lnTo>
                  <a:lnTo>
                    <a:pt x="58743" y="24647"/>
                  </a:lnTo>
                  <a:close/>
                  <a:moveTo>
                    <a:pt x="237" y="25895"/>
                  </a:moveTo>
                  <a:lnTo>
                    <a:pt x="172" y="26390"/>
                  </a:lnTo>
                  <a:lnTo>
                    <a:pt x="1421" y="26519"/>
                  </a:lnTo>
                  <a:lnTo>
                    <a:pt x="1486" y="26046"/>
                  </a:lnTo>
                  <a:lnTo>
                    <a:pt x="237" y="25895"/>
                  </a:lnTo>
                  <a:close/>
                  <a:moveTo>
                    <a:pt x="59001" y="26433"/>
                  </a:moveTo>
                  <a:lnTo>
                    <a:pt x="57753" y="26563"/>
                  </a:lnTo>
                  <a:lnTo>
                    <a:pt x="57796" y="27058"/>
                  </a:lnTo>
                  <a:lnTo>
                    <a:pt x="59045" y="26950"/>
                  </a:lnTo>
                  <a:lnTo>
                    <a:pt x="59001" y="26433"/>
                  </a:lnTo>
                  <a:close/>
                  <a:moveTo>
                    <a:pt x="65" y="27660"/>
                  </a:moveTo>
                  <a:lnTo>
                    <a:pt x="22" y="28177"/>
                  </a:lnTo>
                  <a:lnTo>
                    <a:pt x="1292" y="28241"/>
                  </a:lnTo>
                  <a:lnTo>
                    <a:pt x="1313" y="27746"/>
                  </a:lnTo>
                  <a:lnTo>
                    <a:pt x="65" y="27660"/>
                  </a:lnTo>
                  <a:close/>
                  <a:moveTo>
                    <a:pt x="59131" y="28220"/>
                  </a:moveTo>
                  <a:lnTo>
                    <a:pt x="57882" y="28285"/>
                  </a:lnTo>
                  <a:lnTo>
                    <a:pt x="57882" y="28780"/>
                  </a:lnTo>
                  <a:lnTo>
                    <a:pt x="59152" y="28737"/>
                  </a:lnTo>
                  <a:lnTo>
                    <a:pt x="59131" y="28220"/>
                  </a:lnTo>
                  <a:close/>
                  <a:moveTo>
                    <a:pt x="1270" y="29468"/>
                  </a:moveTo>
                  <a:lnTo>
                    <a:pt x="0" y="29598"/>
                  </a:lnTo>
                  <a:lnTo>
                    <a:pt x="0" y="30093"/>
                  </a:lnTo>
                  <a:lnTo>
                    <a:pt x="1270" y="30071"/>
                  </a:lnTo>
                  <a:lnTo>
                    <a:pt x="1270" y="29468"/>
                  </a:lnTo>
                  <a:close/>
                  <a:moveTo>
                    <a:pt x="57882" y="30007"/>
                  </a:moveTo>
                  <a:lnTo>
                    <a:pt x="57882" y="30502"/>
                  </a:lnTo>
                  <a:lnTo>
                    <a:pt x="59152" y="30545"/>
                  </a:lnTo>
                  <a:lnTo>
                    <a:pt x="59152" y="30028"/>
                  </a:lnTo>
                  <a:lnTo>
                    <a:pt x="57882" y="30007"/>
                  </a:lnTo>
                  <a:close/>
                  <a:moveTo>
                    <a:pt x="1292" y="31320"/>
                  </a:moveTo>
                  <a:lnTo>
                    <a:pt x="43" y="31384"/>
                  </a:lnTo>
                  <a:lnTo>
                    <a:pt x="86" y="31901"/>
                  </a:lnTo>
                  <a:lnTo>
                    <a:pt x="1335" y="31815"/>
                  </a:lnTo>
                  <a:lnTo>
                    <a:pt x="1292" y="31320"/>
                  </a:lnTo>
                  <a:close/>
                  <a:moveTo>
                    <a:pt x="57818" y="31750"/>
                  </a:moveTo>
                  <a:lnTo>
                    <a:pt x="57775" y="32224"/>
                  </a:lnTo>
                  <a:lnTo>
                    <a:pt x="59045" y="32353"/>
                  </a:lnTo>
                  <a:lnTo>
                    <a:pt x="59088" y="31836"/>
                  </a:lnTo>
                  <a:lnTo>
                    <a:pt x="57818" y="31750"/>
                  </a:lnTo>
                  <a:close/>
                  <a:moveTo>
                    <a:pt x="1464" y="33020"/>
                  </a:moveTo>
                  <a:lnTo>
                    <a:pt x="194" y="33192"/>
                  </a:lnTo>
                  <a:lnTo>
                    <a:pt x="280" y="33687"/>
                  </a:lnTo>
                  <a:lnTo>
                    <a:pt x="1529" y="33515"/>
                  </a:lnTo>
                  <a:lnTo>
                    <a:pt x="1464" y="33020"/>
                  </a:lnTo>
                  <a:close/>
                  <a:moveTo>
                    <a:pt x="57645" y="33429"/>
                  </a:moveTo>
                  <a:lnTo>
                    <a:pt x="57559" y="33924"/>
                  </a:lnTo>
                  <a:lnTo>
                    <a:pt x="58808" y="34118"/>
                  </a:lnTo>
                  <a:lnTo>
                    <a:pt x="58894" y="33601"/>
                  </a:lnTo>
                  <a:lnTo>
                    <a:pt x="57645" y="33429"/>
                  </a:lnTo>
                  <a:close/>
                  <a:moveTo>
                    <a:pt x="1722" y="34742"/>
                  </a:moveTo>
                  <a:lnTo>
                    <a:pt x="474" y="34957"/>
                  </a:lnTo>
                  <a:lnTo>
                    <a:pt x="581" y="35474"/>
                  </a:lnTo>
                  <a:lnTo>
                    <a:pt x="1808" y="35216"/>
                  </a:lnTo>
                  <a:lnTo>
                    <a:pt x="1722" y="34742"/>
                  </a:lnTo>
                  <a:close/>
                  <a:moveTo>
                    <a:pt x="57344" y="35151"/>
                  </a:moveTo>
                  <a:lnTo>
                    <a:pt x="57258" y="35625"/>
                  </a:lnTo>
                  <a:lnTo>
                    <a:pt x="58485" y="35904"/>
                  </a:lnTo>
                  <a:lnTo>
                    <a:pt x="58592" y="35388"/>
                  </a:lnTo>
                  <a:lnTo>
                    <a:pt x="57344" y="35151"/>
                  </a:lnTo>
                  <a:close/>
                  <a:moveTo>
                    <a:pt x="2088" y="36421"/>
                  </a:moveTo>
                  <a:lnTo>
                    <a:pt x="861" y="36722"/>
                  </a:lnTo>
                  <a:lnTo>
                    <a:pt x="990" y="37218"/>
                  </a:lnTo>
                  <a:lnTo>
                    <a:pt x="2217" y="36895"/>
                  </a:lnTo>
                  <a:lnTo>
                    <a:pt x="2088" y="36421"/>
                  </a:lnTo>
                  <a:close/>
                  <a:moveTo>
                    <a:pt x="56957" y="36830"/>
                  </a:moveTo>
                  <a:lnTo>
                    <a:pt x="56827" y="37304"/>
                  </a:lnTo>
                  <a:lnTo>
                    <a:pt x="58054" y="37648"/>
                  </a:lnTo>
                  <a:lnTo>
                    <a:pt x="58184" y="37153"/>
                  </a:lnTo>
                  <a:lnTo>
                    <a:pt x="56957" y="36830"/>
                  </a:lnTo>
                  <a:close/>
                  <a:moveTo>
                    <a:pt x="2562" y="38079"/>
                  </a:moveTo>
                  <a:lnTo>
                    <a:pt x="1356" y="38466"/>
                  </a:lnTo>
                  <a:lnTo>
                    <a:pt x="1507" y="38961"/>
                  </a:lnTo>
                  <a:lnTo>
                    <a:pt x="2712" y="38552"/>
                  </a:lnTo>
                  <a:lnTo>
                    <a:pt x="2562" y="38079"/>
                  </a:lnTo>
                  <a:close/>
                  <a:moveTo>
                    <a:pt x="56483" y="38487"/>
                  </a:moveTo>
                  <a:lnTo>
                    <a:pt x="56311" y="38961"/>
                  </a:lnTo>
                  <a:lnTo>
                    <a:pt x="57516" y="39370"/>
                  </a:lnTo>
                  <a:lnTo>
                    <a:pt x="57667" y="38875"/>
                  </a:lnTo>
                  <a:lnTo>
                    <a:pt x="56483" y="38487"/>
                  </a:lnTo>
                  <a:close/>
                  <a:moveTo>
                    <a:pt x="3121" y="39714"/>
                  </a:moveTo>
                  <a:lnTo>
                    <a:pt x="1938" y="40166"/>
                  </a:lnTo>
                  <a:lnTo>
                    <a:pt x="2131" y="40662"/>
                  </a:lnTo>
                  <a:lnTo>
                    <a:pt x="3294" y="40166"/>
                  </a:lnTo>
                  <a:lnTo>
                    <a:pt x="3121" y="39714"/>
                  </a:lnTo>
                  <a:close/>
                  <a:moveTo>
                    <a:pt x="55880" y="40102"/>
                  </a:moveTo>
                  <a:lnTo>
                    <a:pt x="55687" y="40554"/>
                  </a:lnTo>
                  <a:lnTo>
                    <a:pt x="56849" y="41049"/>
                  </a:lnTo>
                  <a:lnTo>
                    <a:pt x="57043" y="40575"/>
                  </a:lnTo>
                  <a:lnTo>
                    <a:pt x="55880" y="40102"/>
                  </a:lnTo>
                  <a:close/>
                  <a:moveTo>
                    <a:pt x="3789" y="41307"/>
                  </a:moveTo>
                  <a:lnTo>
                    <a:pt x="2648" y="41845"/>
                  </a:lnTo>
                  <a:lnTo>
                    <a:pt x="2863" y="42297"/>
                  </a:lnTo>
                  <a:lnTo>
                    <a:pt x="4004" y="41759"/>
                  </a:lnTo>
                  <a:lnTo>
                    <a:pt x="3789" y="41307"/>
                  </a:lnTo>
                  <a:close/>
                  <a:moveTo>
                    <a:pt x="55191" y="41695"/>
                  </a:moveTo>
                  <a:lnTo>
                    <a:pt x="54976" y="42125"/>
                  </a:lnTo>
                  <a:lnTo>
                    <a:pt x="56117" y="42685"/>
                  </a:lnTo>
                  <a:lnTo>
                    <a:pt x="56332" y="42233"/>
                  </a:lnTo>
                  <a:lnTo>
                    <a:pt x="55191" y="41695"/>
                  </a:lnTo>
                  <a:close/>
                  <a:moveTo>
                    <a:pt x="4564" y="42879"/>
                  </a:moveTo>
                  <a:lnTo>
                    <a:pt x="3444" y="43460"/>
                  </a:lnTo>
                  <a:lnTo>
                    <a:pt x="3681" y="43912"/>
                  </a:lnTo>
                  <a:lnTo>
                    <a:pt x="4800" y="43309"/>
                  </a:lnTo>
                  <a:lnTo>
                    <a:pt x="4564" y="42879"/>
                  </a:lnTo>
                  <a:close/>
                  <a:moveTo>
                    <a:pt x="54417" y="43223"/>
                  </a:moveTo>
                  <a:lnTo>
                    <a:pt x="54158" y="43654"/>
                  </a:lnTo>
                  <a:lnTo>
                    <a:pt x="55256" y="44278"/>
                  </a:lnTo>
                  <a:lnTo>
                    <a:pt x="55514" y="43826"/>
                  </a:lnTo>
                  <a:lnTo>
                    <a:pt x="54417" y="43223"/>
                  </a:lnTo>
                  <a:close/>
                  <a:moveTo>
                    <a:pt x="5425" y="44364"/>
                  </a:moveTo>
                  <a:lnTo>
                    <a:pt x="4348" y="45031"/>
                  </a:lnTo>
                  <a:lnTo>
                    <a:pt x="4607" y="45462"/>
                  </a:lnTo>
                  <a:lnTo>
                    <a:pt x="5683" y="44794"/>
                  </a:lnTo>
                  <a:lnTo>
                    <a:pt x="5425" y="44364"/>
                  </a:lnTo>
                  <a:close/>
                  <a:moveTo>
                    <a:pt x="53534" y="44708"/>
                  </a:moveTo>
                  <a:lnTo>
                    <a:pt x="53276" y="45117"/>
                  </a:lnTo>
                  <a:lnTo>
                    <a:pt x="54309" y="45828"/>
                  </a:lnTo>
                  <a:lnTo>
                    <a:pt x="54610" y="45376"/>
                  </a:lnTo>
                  <a:lnTo>
                    <a:pt x="53534" y="44708"/>
                  </a:lnTo>
                  <a:close/>
                  <a:moveTo>
                    <a:pt x="6372" y="45828"/>
                  </a:moveTo>
                  <a:lnTo>
                    <a:pt x="5339" y="46538"/>
                  </a:lnTo>
                  <a:lnTo>
                    <a:pt x="5618" y="46968"/>
                  </a:lnTo>
                  <a:lnTo>
                    <a:pt x="6673" y="46215"/>
                  </a:lnTo>
                  <a:lnTo>
                    <a:pt x="6372" y="45828"/>
                  </a:lnTo>
                  <a:close/>
                  <a:moveTo>
                    <a:pt x="52565" y="46150"/>
                  </a:moveTo>
                  <a:lnTo>
                    <a:pt x="52264" y="46538"/>
                  </a:lnTo>
                  <a:lnTo>
                    <a:pt x="53276" y="47291"/>
                  </a:lnTo>
                  <a:lnTo>
                    <a:pt x="53577" y="46882"/>
                  </a:lnTo>
                  <a:lnTo>
                    <a:pt x="52565" y="46150"/>
                  </a:lnTo>
                  <a:close/>
                  <a:moveTo>
                    <a:pt x="7384" y="47205"/>
                  </a:moveTo>
                  <a:lnTo>
                    <a:pt x="6393" y="47980"/>
                  </a:lnTo>
                  <a:lnTo>
                    <a:pt x="6716" y="48389"/>
                  </a:lnTo>
                  <a:lnTo>
                    <a:pt x="7706" y="47593"/>
                  </a:lnTo>
                  <a:lnTo>
                    <a:pt x="7384" y="47205"/>
                  </a:lnTo>
                  <a:close/>
                  <a:moveTo>
                    <a:pt x="51511" y="47507"/>
                  </a:moveTo>
                  <a:lnTo>
                    <a:pt x="51188" y="47894"/>
                  </a:lnTo>
                  <a:lnTo>
                    <a:pt x="52156" y="48712"/>
                  </a:lnTo>
                  <a:lnTo>
                    <a:pt x="52479" y="48325"/>
                  </a:lnTo>
                  <a:lnTo>
                    <a:pt x="51511" y="47507"/>
                  </a:lnTo>
                  <a:close/>
                  <a:moveTo>
                    <a:pt x="8503" y="48540"/>
                  </a:moveTo>
                  <a:lnTo>
                    <a:pt x="7577" y="49379"/>
                  </a:lnTo>
                  <a:lnTo>
                    <a:pt x="7922" y="49745"/>
                  </a:lnTo>
                  <a:lnTo>
                    <a:pt x="8847" y="48884"/>
                  </a:lnTo>
                  <a:lnTo>
                    <a:pt x="8503" y="48540"/>
                  </a:lnTo>
                  <a:close/>
                  <a:moveTo>
                    <a:pt x="50370" y="48820"/>
                  </a:moveTo>
                  <a:lnTo>
                    <a:pt x="50047" y="49186"/>
                  </a:lnTo>
                  <a:lnTo>
                    <a:pt x="50951" y="50047"/>
                  </a:lnTo>
                  <a:lnTo>
                    <a:pt x="51317" y="49681"/>
                  </a:lnTo>
                  <a:lnTo>
                    <a:pt x="50370" y="48820"/>
                  </a:lnTo>
                  <a:close/>
                  <a:moveTo>
                    <a:pt x="9708" y="49788"/>
                  </a:moveTo>
                  <a:lnTo>
                    <a:pt x="8826" y="50671"/>
                  </a:lnTo>
                  <a:cubicBezTo>
                    <a:pt x="8933" y="50800"/>
                    <a:pt x="9062" y="50929"/>
                    <a:pt x="9192" y="51037"/>
                  </a:cubicBezTo>
                  <a:lnTo>
                    <a:pt x="10053" y="50111"/>
                  </a:lnTo>
                  <a:lnTo>
                    <a:pt x="9708" y="49788"/>
                  </a:lnTo>
                  <a:close/>
                  <a:moveTo>
                    <a:pt x="49164" y="50047"/>
                  </a:moveTo>
                  <a:lnTo>
                    <a:pt x="48798" y="50369"/>
                  </a:lnTo>
                  <a:lnTo>
                    <a:pt x="49659" y="51317"/>
                  </a:lnTo>
                  <a:lnTo>
                    <a:pt x="50047" y="50951"/>
                  </a:lnTo>
                  <a:lnTo>
                    <a:pt x="49164" y="50047"/>
                  </a:lnTo>
                  <a:close/>
                  <a:moveTo>
                    <a:pt x="10978" y="50951"/>
                  </a:moveTo>
                  <a:lnTo>
                    <a:pt x="10139" y="51898"/>
                  </a:lnTo>
                  <a:cubicBezTo>
                    <a:pt x="10268" y="52005"/>
                    <a:pt x="10397" y="52134"/>
                    <a:pt x="10526" y="52242"/>
                  </a:cubicBezTo>
                  <a:lnTo>
                    <a:pt x="11344" y="51273"/>
                  </a:lnTo>
                  <a:cubicBezTo>
                    <a:pt x="11215" y="51166"/>
                    <a:pt x="11086" y="51058"/>
                    <a:pt x="10978" y="50951"/>
                  </a:cubicBezTo>
                  <a:close/>
                  <a:moveTo>
                    <a:pt x="47873" y="51209"/>
                  </a:moveTo>
                  <a:cubicBezTo>
                    <a:pt x="47744" y="51317"/>
                    <a:pt x="47615" y="51424"/>
                    <a:pt x="47507" y="51532"/>
                  </a:cubicBezTo>
                  <a:lnTo>
                    <a:pt x="48303" y="52500"/>
                  </a:lnTo>
                  <a:lnTo>
                    <a:pt x="48691" y="52178"/>
                  </a:lnTo>
                  <a:lnTo>
                    <a:pt x="47873" y="51209"/>
                  </a:lnTo>
                  <a:close/>
                  <a:moveTo>
                    <a:pt x="12291" y="52027"/>
                  </a:moveTo>
                  <a:lnTo>
                    <a:pt x="11538" y="53039"/>
                  </a:lnTo>
                  <a:lnTo>
                    <a:pt x="11947" y="53361"/>
                  </a:lnTo>
                  <a:lnTo>
                    <a:pt x="12700" y="52328"/>
                  </a:lnTo>
                  <a:lnTo>
                    <a:pt x="12291" y="52027"/>
                  </a:lnTo>
                  <a:close/>
                  <a:moveTo>
                    <a:pt x="46538" y="52285"/>
                  </a:moveTo>
                  <a:lnTo>
                    <a:pt x="46129" y="52587"/>
                  </a:lnTo>
                  <a:lnTo>
                    <a:pt x="46883" y="53598"/>
                  </a:lnTo>
                  <a:lnTo>
                    <a:pt x="47292" y="53297"/>
                  </a:lnTo>
                  <a:lnTo>
                    <a:pt x="46538" y="52285"/>
                  </a:lnTo>
                  <a:close/>
                  <a:moveTo>
                    <a:pt x="13690" y="53060"/>
                  </a:moveTo>
                  <a:lnTo>
                    <a:pt x="12980" y="54115"/>
                  </a:lnTo>
                  <a:lnTo>
                    <a:pt x="13411" y="54373"/>
                  </a:lnTo>
                  <a:lnTo>
                    <a:pt x="14099" y="53340"/>
                  </a:lnTo>
                  <a:lnTo>
                    <a:pt x="13690" y="53060"/>
                  </a:lnTo>
                  <a:close/>
                  <a:moveTo>
                    <a:pt x="45118" y="53254"/>
                  </a:moveTo>
                  <a:lnTo>
                    <a:pt x="44687" y="53534"/>
                  </a:lnTo>
                  <a:lnTo>
                    <a:pt x="45376" y="54610"/>
                  </a:lnTo>
                  <a:lnTo>
                    <a:pt x="45806" y="54309"/>
                  </a:lnTo>
                  <a:lnTo>
                    <a:pt x="45118" y="53254"/>
                  </a:lnTo>
                  <a:close/>
                  <a:moveTo>
                    <a:pt x="15154" y="53964"/>
                  </a:moveTo>
                  <a:lnTo>
                    <a:pt x="14508" y="55040"/>
                  </a:lnTo>
                  <a:lnTo>
                    <a:pt x="14939" y="55320"/>
                  </a:lnTo>
                  <a:lnTo>
                    <a:pt x="15585" y="54222"/>
                  </a:lnTo>
                  <a:lnTo>
                    <a:pt x="15154" y="53964"/>
                  </a:lnTo>
                  <a:close/>
                  <a:moveTo>
                    <a:pt x="43654" y="54179"/>
                  </a:moveTo>
                  <a:lnTo>
                    <a:pt x="43223" y="54416"/>
                  </a:lnTo>
                  <a:lnTo>
                    <a:pt x="43826" y="55514"/>
                  </a:lnTo>
                  <a:lnTo>
                    <a:pt x="44278" y="55256"/>
                  </a:lnTo>
                  <a:lnTo>
                    <a:pt x="43654" y="54179"/>
                  </a:lnTo>
                  <a:close/>
                  <a:moveTo>
                    <a:pt x="16661" y="54804"/>
                  </a:moveTo>
                  <a:lnTo>
                    <a:pt x="16080" y="55923"/>
                  </a:lnTo>
                  <a:lnTo>
                    <a:pt x="16553" y="56160"/>
                  </a:lnTo>
                  <a:lnTo>
                    <a:pt x="17113" y="55019"/>
                  </a:lnTo>
                  <a:lnTo>
                    <a:pt x="16661" y="54804"/>
                  </a:lnTo>
                  <a:close/>
                  <a:moveTo>
                    <a:pt x="42126" y="54997"/>
                  </a:moveTo>
                  <a:lnTo>
                    <a:pt x="41674" y="55213"/>
                  </a:lnTo>
                  <a:lnTo>
                    <a:pt x="42212" y="56353"/>
                  </a:lnTo>
                  <a:lnTo>
                    <a:pt x="42685" y="56117"/>
                  </a:lnTo>
                  <a:lnTo>
                    <a:pt x="42126" y="54997"/>
                  </a:lnTo>
                  <a:close/>
                  <a:moveTo>
                    <a:pt x="18211" y="55535"/>
                  </a:moveTo>
                  <a:lnTo>
                    <a:pt x="17716" y="56698"/>
                  </a:lnTo>
                  <a:lnTo>
                    <a:pt x="18189" y="56913"/>
                  </a:lnTo>
                  <a:lnTo>
                    <a:pt x="18684" y="55751"/>
                  </a:lnTo>
                  <a:lnTo>
                    <a:pt x="18211" y="55535"/>
                  </a:lnTo>
                  <a:close/>
                  <a:moveTo>
                    <a:pt x="40554" y="55708"/>
                  </a:moveTo>
                  <a:lnTo>
                    <a:pt x="40081" y="55901"/>
                  </a:lnTo>
                  <a:lnTo>
                    <a:pt x="40554" y="57064"/>
                  </a:lnTo>
                  <a:lnTo>
                    <a:pt x="41028" y="56870"/>
                  </a:lnTo>
                  <a:lnTo>
                    <a:pt x="40554" y="55708"/>
                  </a:lnTo>
                  <a:close/>
                  <a:moveTo>
                    <a:pt x="19825" y="56181"/>
                  </a:moveTo>
                  <a:lnTo>
                    <a:pt x="19395" y="57365"/>
                  </a:lnTo>
                  <a:lnTo>
                    <a:pt x="19868" y="57537"/>
                  </a:lnTo>
                  <a:lnTo>
                    <a:pt x="20277" y="56353"/>
                  </a:lnTo>
                  <a:lnTo>
                    <a:pt x="19825" y="56181"/>
                  </a:lnTo>
                  <a:close/>
                  <a:moveTo>
                    <a:pt x="38940" y="56332"/>
                  </a:moveTo>
                  <a:lnTo>
                    <a:pt x="38466" y="56483"/>
                  </a:lnTo>
                  <a:lnTo>
                    <a:pt x="38854" y="57688"/>
                  </a:lnTo>
                  <a:lnTo>
                    <a:pt x="39349" y="57516"/>
                  </a:lnTo>
                  <a:lnTo>
                    <a:pt x="38940" y="56332"/>
                  </a:lnTo>
                  <a:close/>
                  <a:moveTo>
                    <a:pt x="21461" y="56741"/>
                  </a:moveTo>
                  <a:lnTo>
                    <a:pt x="21095" y="57946"/>
                  </a:lnTo>
                  <a:lnTo>
                    <a:pt x="21590" y="58075"/>
                  </a:lnTo>
                  <a:lnTo>
                    <a:pt x="21935" y="56870"/>
                  </a:lnTo>
                  <a:lnTo>
                    <a:pt x="21461" y="56741"/>
                  </a:lnTo>
                  <a:close/>
                  <a:moveTo>
                    <a:pt x="37282" y="56849"/>
                  </a:moveTo>
                  <a:lnTo>
                    <a:pt x="36809" y="56978"/>
                  </a:lnTo>
                  <a:lnTo>
                    <a:pt x="37132" y="58205"/>
                  </a:lnTo>
                  <a:lnTo>
                    <a:pt x="37627" y="58075"/>
                  </a:lnTo>
                  <a:lnTo>
                    <a:pt x="37282" y="56849"/>
                  </a:lnTo>
                  <a:close/>
                  <a:moveTo>
                    <a:pt x="23119" y="57171"/>
                  </a:moveTo>
                  <a:lnTo>
                    <a:pt x="22839" y="58398"/>
                  </a:lnTo>
                  <a:lnTo>
                    <a:pt x="23334" y="58527"/>
                  </a:lnTo>
                  <a:lnTo>
                    <a:pt x="23614" y="57279"/>
                  </a:lnTo>
                  <a:lnTo>
                    <a:pt x="23119" y="57171"/>
                  </a:lnTo>
                  <a:close/>
                  <a:moveTo>
                    <a:pt x="35603" y="57257"/>
                  </a:moveTo>
                  <a:lnTo>
                    <a:pt x="35130" y="57365"/>
                  </a:lnTo>
                  <a:lnTo>
                    <a:pt x="35367" y="58614"/>
                  </a:lnTo>
                  <a:lnTo>
                    <a:pt x="35883" y="58506"/>
                  </a:lnTo>
                  <a:lnTo>
                    <a:pt x="35603" y="57257"/>
                  </a:lnTo>
                  <a:close/>
                  <a:moveTo>
                    <a:pt x="24819" y="57516"/>
                  </a:moveTo>
                  <a:lnTo>
                    <a:pt x="24604" y="58764"/>
                  </a:lnTo>
                  <a:lnTo>
                    <a:pt x="25120" y="58850"/>
                  </a:lnTo>
                  <a:lnTo>
                    <a:pt x="25314" y="57602"/>
                  </a:lnTo>
                  <a:lnTo>
                    <a:pt x="24819" y="57516"/>
                  </a:lnTo>
                  <a:close/>
                  <a:moveTo>
                    <a:pt x="33924" y="57580"/>
                  </a:moveTo>
                  <a:lnTo>
                    <a:pt x="33429" y="57645"/>
                  </a:lnTo>
                  <a:lnTo>
                    <a:pt x="33601" y="58915"/>
                  </a:lnTo>
                  <a:lnTo>
                    <a:pt x="34097" y="58829"/>
                  </a:lnTo>
                  <a:lnTo>
                    <a:pt x="33924" y="57580"/>
                  </a:lnTo>
                  <a:close/>
                  <a:moveTo>
                    <a:pt x="26520" y="57753"/>
                  </a:moveTo>
                  <a:lnTo>
                    <a:pt x="26390" y="59023"/>
                  </a:lnTo>
                  <a:lnTo>
                    <a:pt x="26907" y="59066"/>
                  </a:lnTo>
                  <a:lnTo>
                    <a:pt x="27036" y="57817"/>
                  </a:lnTo>
                  <a:lnTo>
                    <a:pt x="26520" y="57753"/>
                  </a:lnTo>
                  <a:close/>
                  <a:moveTo>
                    <a:pt x="32202" y="57796"/>
                  </a:moveTo>
                  <a:lnTo>
                    <a:pt x="31707" y="57839"/>
                  </a:lnTo>
                  <a:lnTo>
                    <a:pt x="31793" y="59109"/>
                  </a:lnTo>
                  <a:lnTo>
                    <a:pt x="32310" y="59066"/>
                  </a:lnTo>
                  <a:lnTo>
                    <a:pt x="32202" y="57796"/>
                  </a:lnTo>
                  <a:close/>
                  <a:moveTo>
                    <a:pt x="28263" y="57882"/>
                  </a:moveTo>
                  <a:lnTo>
                    <a:pt x="28199" y="59152"/>
                  </a:lnTo>
                  <a:lnTo>
                    <a:pt x="28715" y="59173"/>
                  </a:lnTo>
                  <a:lnTo>
                    <a:pt x="28758" y="57903"/>
                  </a:lnTo>
                  <a:lnTo>
                    <a:pt x="28263" y="57882"/>
                  </a:lnTo>
                  <a:close/>
                  <a:moveTo>
                    <a:pt x="29985" y="57903"/>
                  </a:moveTo>
                  <a:lnTo>
                    <a:pt x="30007" y="59173"/>
                  </a:lnTo>
                  <a:lnTo>
                    <a:pt x="30502" y="59173"/>
                  </a:lnTo>
                  <a:lnTo>
                    <a:pt x="30480" y="57903"/>
                  </a:lnTo>
                  <a:close/>
                </a:path>
              </a:pathLst>
            </a:custGeom>
            <a:solidFill>
              <a:srgbClr val="4DFFFF"/>
            </a:solidFill>
            <a:ln w="952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8" name="Google Shape;2515;p87">
            <a:extLst>
              <a:ext uri="{FF2B5EF4-FFF2-40B4-BE49-F238E27FC236}">
                <a16:creationId xmlns:a16="http://schemas.microsoft.com/office/drawing/2014/main" id="{81516D65-CD48-8274-C323-46F25F686E23}"/>
              </a:ext>
            </a:extLst>
          </p:cNvPr>
          <p:cNvSpPr txBox="1"/>
          <p:nvPr/>
        </p:nvSpPr>
        <p:spPr>
          <a:xfrm>
            <a:off x="9008184" y="6379508"/>
            <a:ext cx="2888194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93D3"/>
              </a:buClr>
              <a:buSzPts val="2400"/>
              <a:buFont typeface="Open Sans ExtraBold"/>
              <a:buNone/>
            </a:pPr>
            <a:r>
              <a:rPr lang="pt-BR" sz="2000" dirty="0">
                <a:solidFill>
                  <a:srgbClr val="6293D3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pcdatainsights.com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938531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09A5B-C540-1D6A-0FFE-6CC2DFB96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493;p87">
            <a:extLst>
              <a:ext uri="{FF2B5EF4-FFF2-40B4-BE49-F238E27FC236}">
                <a16:creationId xmlns:a16="http://schemas.microsoft.com/office/drawing/2014/main" id="{F365DE64-883C-EFC8-0CC8-734E458DD1D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B0F0"/>
              </a:gs>
              <a:gs pos="58000">
                <a:srgbClr val="020323"/>
              </a:gs>
              <a:gs pos="100000">
                <a:srgbClr val="020323"/>
              </a:gs>
            </a:gsLst>
            <a:path path="circle">
              <a:fillToRect l="50000" t="50000" r="50000" b="50000"/>
            </a:path>
            <a:tileRect/>
          </a:gradFill>
          <a:ln w="19050" cap="flat" cmpd="sng">
            <a:solidFill>
              <a:srgbClr val="0F465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" name="Google Shape;2503;p87">
            <a:extLst>
              <a:ext uri="{FF2B5EF4-FFF2-40B4-BE49-F238E27FC236}">
                <a16:creationId xmlns:a16="http://schemas.microsoft.com/office/drawing/2014/main" id="{481B9D5D-A35B-F694-5AC1-DDE31EC21D71}"/>
              </a:ext>
            </a:extLst>
          </p:cNvPr>
          <p:cNvGrpSpPr/>
          <p:nvPr/>
        </p:nvGrpSpPr>
        <p:grpSpPr>
          <a:xfrm>
            <a:off x="0" y="-1"/>
            <a:ext cx="12192000" cy="571887"/>
            <a:chOff x="0" y="-1"/>
            <a:chExt cx="12192000" cy="571887"/>
          </a:xfrm>
        </p:grpSpPr>
        <p:sp>
          <p:nvSpPr>
            <p:cNvPr id="15" name="Google Shape;2504;p87">
              <a:extLst>
                <a:ext uri="{FF2B5EF4-FFF2-40B4-BE49-F238E27FC236}">
                  <a16:creationId xmlns:a16="http://schemas.microsoft.com/office/drawing/2014/main" id="{9BF475AB-60C3-250C-7DBA-0223AB22ABEA}"/>
                </a:ext>
              </a:extLst>
            </p:cNvPr>
            <p:cNvSpPr/>
            <p:nvPr/>
          </p:nvSpPr>
          <p:spPr>
            <a:xfrm rot="10800000" flipH="1">
              <a:off x="6567509" y="413476"/>
              <a:ext cx="193574" cy="72527"/>
            </a:xfrm>
            <a:custGeom>
              <a:avLst/>
              <a:gdLst/>
              <a:ahLst/>
              <a:cxnLst/>
              <a:rect l="l" t="t" r="r" b="b"/>
              <a:pathLst>
                <a:path w="4573" h="3953" extrusionOk="0">
                  <a:moveTo>
                    <a:pt x="0" y="0"/>
                  </a:moveTo>
                  <a:lnTo>
                    <a:pt x="2286" y="3953"/>
                  </a:lnTo>
                  <a:lnTo>
                    <a:pt x="4572" y="0"/>
                  </a:lnTo>
                  <a:close/>
                </a:path>
              </a:pathLst>
            </a:custGeom>
            <a:solidFill>
              <a:srgbClr val="501549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2505;p87">
              <a:extLst>
                <a:ext uri="{FF2B5EF4-FFF2-40B4-BE49-F238E27FC236}">
                  <a16:creationId xmlns:a16="http://schemas.microsoft.com/office/drawing/2014/main" id="{BA61F950-C6E2-0CF7-7088-AB5F37BC8FC8}"/>
                </a:ext>
              </a:extLst>
            </p:cNvPr>
            <p:cNvSpPr/>
            <p:nvPr/>
          </p:nvSpPr>
          <p:spPr>
            <a:xfrm>
              <a:off x="0" y="0"/>
              <a:ext cx="12192000" cy="3977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2506;p87">
              <a:extLst>
                <a:ext uri="{FF2B5EF4-FFF2-40B4-BE49-F238E27FC236}">
                  <a16:creationId xmlns:a16="http://schemas.microsoft.com/office/drawing/2014/main" id="{4EA0C4DF-4F19-2247-401C-D08A69148503}"/>
                </a:ext>
              </a:extLst>
            </p:cNvPr>
            <p:cNvSpPr/>
            <p:nvPr/>
          </p:nvSpPr>
          <p:spPr>
            <a:xfrm>
              <a:off x="2938382" y="-1"/>
              <a:ext cx="6358017" cy="571887"/>
            </a:xfrm>
            <a:prstGeom prst="flowChartAlternateProcess">
              <a:avLst/>
            </a:prstGeom>
            <a:solidFill>
              <a:schemeClr val="dk2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2507;p87">
              <a:extLst>
                <a:ext uri="{FF2B5EF4-FFF2-40B4-BE49-F238E27FC236}">
                  <a16:creationId xmlns:a16="http://schemas.microsoft.com/office/drawing/2014/main" id="{04A2CBA0-4B1C-E973-6EDD-A02BA5A9DAC3}"/>
                </a:ext>
              </a:extLst>
            </p:cNvPr>
            <p:cNvSpPr/>
            <p:nvPr/>
          </p:nvSpPr>
          <p:spPr>
            <a:xfrm>
              <a:off x="2778027" y="38838"/>
              <a:ext cx="1117600" cy="533048"/>
            </a:xfrm>
            <a:prstGeom prst="flowChartTerminator">
              <a:avLst/>
            </a:prstGeom>
            <a:solidFill>
              <a:schemeClr val="dk2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2508;p87">
              <a:extLst>
                <a:ext uri="{FF2B5EF4-FFF2-40B4-BE49-F238E27FC236}">
                  <a16:creationId xmlns:a16="http://schemas.microsoft.com/office/drawing/2014/main" id="{F119E2FB-BABC-D34A-82F9-1B47E08E09C4}"/>
                </a:ext>
              </a:extLst>
            </p:cNvPr>
            <p:cNvSpPr/>
            <p:nvPr/>
          </p:nvSpPr>
          <p:spPr>
            <a:xfrm>
              <a:off x="8163530" y="33558"/>
              <a:ext cx="1250443" cy="538328"/>
            </a:xfrm>
            <a:prstGeom prst="flowChartTerminator">
              <a:avLst/>
            </a:prstGeom>
            <a:solidFill>
              <a:schemeClr val="dk2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" name="Google Shape;2513;p87" descr="Uma imagem contendo escuro, computador, luz, remoto&#10;&#10;Descrição gerada automaticamente">
            <a:extLst>
              <a:ext uri="{FF2B5EF4-FFF2-40B4-BE49-F238E27FC236}">
                <a16:creationId xmlns:a16="http://schemas.microsoft.com/office/drawing/2014/main" id="{6309FE6E-4BE2-AA02-853D-3B1F2625162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8082" y="-2"/>
            <a:ext cx="2958616" cy="109731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516;p87">
            <a:extLst>
              <a:ext uri="{FF2B5EF4-FFF2-40B4-BE49-F238E27FC236}">
                <a16:creationId xmlns:a16="http://schemas.microsoft.com/office/drawing/2014/main" id="{3D8275F8-3C94-D5B4-8A5A-2476AD027154}"/>
              </a:ext>
            </a:extLst>
          </p:cNvPr>
          <p:cNvSpPr/>
          <p:nvPr/>
        </p:nvSpPr>
        <p:spPr>
          <a:xfrm>
            <a:off x="364713" y="3744518"/>
            <a:ext cx="11515117" cy="2836019"/>
          </a:xfrm>
          <a:prstGeom prst="flowChartInternalStorage">
            <a:avLst/>
          </a:prstGeom>
          <a:solidFill>
            <a:srgbClr val="022D55">
              <a:alpha val="7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2538;p87">
            <a:extLst>
              <a:ext uri="{FF2B5EF4-FFF2-40B4-BE49-F238E27FC236}">
                <a16:creationId xmlns:a16="http://schemas.microsoft.com/office/drawing/2014/main" id="{D5E903B6-37AF-064A-93DA-62DD60A40EF8}"/>
              </a:ext>
            </a:extLst>
          </p:cNvPr>
          <p:cNvSpPr/>
          <p:nvPr/>
        </p:nvSpPr>
        <p:spPr>
          <a:xfrm>
            <a:off x="5848697" y="941148"/>
            <a:ext cx="6007695" cy="2569103"/>
          </a:xfrm>
          <a:prstGeom prst="flowChartInternalStorage">
            <a:avLst/>
          </a:prstGeom>
          <a:solidFill>
            <a:srgbClr val="022D55">
              <a:alpha val="7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2539;p87">
            <a:extLst>
              <a:ext uri="{FF2B5EF4-FFF2-40B4-BE49-F238E27FC236}">
                <a16:creationId xmlns:a16="http://schemas.microsoft.com/office/drawing/2014/main" id="{D5DFAFFD-8A74-0E70-0132-49571F564918}"/>
              </a:ext>
            </a:extLst>
          </p:cNvPr>
          <p:cNvSpPr/>
          <p:nvPr/>
        </p:nvSpPr>
        <p:spPr>
          <a:xfrm>
            <a:off x="347498" y="945818"/>
            <a:ext cx="5185155" cy="2582895"/>
          </a:xfrm>
          <a:prstGeom prst="flowChartInternalStorage">
            <a:avLst/>
          </a:prstGeom>
          <a:solidFill>
            <a:srgbClr val="022D55">
              <a:alpha val="7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2540;p87">
            <a:extLst>
              <a:ext uri="{FF2B5EF4-FFF2-40B4-BE49-F238E27FC236}">
                <a16:creationId xmlns:a16="http://schemas.microsoft.com/office/drawing/2014/main" id="{24A0FBD0-0975-CC86-311B-F257E82052A0}"/>
              </a:ext>
            </a:extLst>
          </p:cNvPr>
          <p:cNvSpPr/>
          <p:nvPr/>
        </p:nvSpPr>
        <p:spPr>
          <a:xfrm>
            <a:off x="5480397" y="941149"/>
            <a:ext cx="75400" cy="75400"/>
          </a:xfrm>
          <a:custGeom>
            <a:avLst/>
            <a:gdLst/>
            <a:ahLst/>
            <a:cxnLst/>
            <a:rect l="l" t="t" r="r" b="b"/>
            <a:pathLst>
              <a:path w="1988" h="1988" extrusionOk="0">
                <a:moveTo>
                  <a:pt x="1" y="1"/>
                </a:moveTo>
                <a:lnTo>
                  <a:pt x="1" y="308"/>
                </a:lnTo>
                <a:lnTo>
                  <a:pt x="1680" y="308"/>
                </a:lnTo>
                <a:lnTo>
                  <a:pt x="1680" y="1987"/>
                </a:lnTo>
                <a:lnTo>
                  <a:pt x="1987" y="1987"/>
                </a:lnTo>
                <a:lnTo>
                  <a:pt x="1987" y="1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" name="Google Shape;2541;p87">
            <a:extLst>
              <a:ext uri="{FF2B5EF4-FFF2-40B4-BE49-F238E27FC236}">
                <a16:creationId xmlns:a16="http://schemas.microsoft.com/office/drawing/2014/main" id="{1C7711EB-CC50-C23C-7541-2EB98221995E}"/>
              </a:ext>
            </a:extLst>
          </p:cNvPr>
          <p:cNvGrpSpPr/>
          <p:nvPr/>
        </p:nvGrpSpPr>
        <p:grpSpPr>
          <a:xfrm>
            <a:off x="4841374" y="3458001"/>
            <a:ext cx="716234" cy="145073"/>
            <a:chOff x="1571871" y="1788325"/>
            <a:chExt cx="716234" cy="145073"/>
          </a:xfrm>
        </p:grpSpPr>
        <p:sp>
          <p:nvSpPr>
            <p:cNvPr id="53" name="Google Shape;2542;p87">
              <a:extLst>
                <a:ext uri="{FF2B5EF4-FFF2-40B4-BE49-F238E27FC236}">
                  <a16:creationId xmlns:a16="http://schemas.microsoft.com/office/drawing/2014/main" id="{9FAE2422-54CC-4DEB-CAD9-CF2344376D0B}"/>
                </a:ext>
              </a:extLst>
            </p:cNvPr>
            <p:cNvSpPr/>
            <p:nvPr/>
          </p:nvSpPr>
          <p:spPr>
            <a:xfrm>
              <a:off x="1576648" y="1788325"/>
              <a:ext cx="711457" cy="145073"/>
            </a:xfrm>
            <a:custGeom>
              <a:avLst/>
              <a:gdLst/>
              <a:ahLst/>
              <a:cxnLst/>
              <a:rect l="l" t="t" r="r" b="b"/>
              <a:pathLst>
                <a:path w="15597" h="3825" extrusionOk="0">
                  <a:moveTo>
                    <a:pt x="15447" y="1"/>
                  </a:moveTo>
                  <a:lnTo>
                    <a:pt x="15447" y="1785"/>
                  </a:lnTo>
                  <a:lnTo>
                    <a:pt x="13566" y="3675"/>
                  </a:lnTo>
                  <a:lnTo>
                    <a:pt x="150" y="3675"/>
                  </a:lnTo>
                  <a:lnTo>
                    <a:pt x="150" y="1926"/>
                  </a:lnTo>
                  <a:lnTo>
                    <a:pt x="1" y="1926"/>
                  </a:lnTo>
                  <a:lnTo>
                    <a:pt x="1" y="3825"/>
                  </a:lnTo>
                  <a:lnTo>
                    <a:pt x="13627" y="3825"/>
                  </a:lnTo>
                  <a:lnTo>
                    <a:pt x="15596" y="1856"/>
                  </a:lnTo>
                  <a:lnTo>
                    <a:pt x="15596" y="1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2543;p87">
              <a:extLst>
                <a:ext uri="{FF2B5EF4-FFF2-40B4-BE49-F238E27FC236}">
                  <a16:creationId xmlns:a16="http://schemas.microsoft.com/office/drawing/2014/main" id="{039691D6-B90A-C6D7-EDAD-C84B1D3B6C95}"/>
                </a:ext>
              </a:extLst>
            </p:cNvPr>
            <p:cNvSpPr/>
            <p:nvPr/>
          </p:nvSpPr>
          <p:spPr>
            <a:xfrm>
              <a:off x="1571871" y="1850850"/>
              <a:ext cx="20026" cy="20024"/>
            </a:xfrm>
            <a:custGeom>
              <a:avLst/>
              <a:gdLst/>
              <a:ahLst/>
              <a:cxnLst/>
              <a:rect l="l" t="t" r="r" b="b"/>
              <a:pathLst>
                <a:path w="519" h="528" extrusionOk="0">
                  <a:moveTo>
                    <a:pt x="255" y="0"/>
                  </a:moveTo>
                  <a:cubicBezTo>
                    <a:pt x="115" y="0"/>
                    <a:pt x="0" y="115"/>
                    <a:pt x="0" y="264"/>
                  </a:cubicBezTo>
                  <a:cubicBezTo>
                    <a:pt x="0" y="405"/>
                    <a:pt x="115" y="528"/>
                    <a:pt x="255" y="528"/>
                  </a:cubicBezTo>
                  <a:cubicBezTo>
                    <a:pt x="405" y="528"/>
                    <a:pt x="519" y="405"/>
                    <a:pt x="519" y="264"/>
                  </a:cubicBezTo>
                  <a:cubicBezTo>
                    <a:pt x="519" y="115"/>
                    <a:pt x="405" y="0"/>
                    <a:pt x="255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" name="Google Shape;2544;p87">
            <a:extLst>
              <a:ext uri="{FF2B5EF4-FFF2-40B4-BE49-F238E27FC236}">
                <a16:creationId xmlns:a16="http://schemas.microsoft.com/office/drawing/2014/main" id="{500FB6DC-1813-AF75-BEC4-AF5390D75CD9}"/>
              </a:ext>
            </a:extLst>
          </p:cNvPr>
          <p:cNvSpPr/>
          <p:nvPr/>
        </p:nvSpPr>
        <p:spPr>
          <a:xfrm>
            <a:off x="11199571" y="940411"/>
            <a:ext cx="680260" cy="402343"/>
          </a:xfrm>
          <a:custGeom>
            <a:avLst/>
            <a:gdLst/>
            <a:ahLst/>
            <a:cxnLst/>
            <a:rect l="l" t="t" r="r" b="b"/>
            <a:pathLst>
              <a:path w="18419" h="10894" extrusionOk="0">
                <a:moveTo>
                  <a:pt x="1" y="1"/>
                </a:moveTo>
                <a:lnTo>
                  <a:pt x="1" y="291"/>
                </a:lnTo>
                <a:lnTo>
                  <a:pt x="13574" y="291"/>
                </a:lnTo>
                <a:lnTo>
                  <a:pt x="18128" y="4845"/>
                </a:lnTo>
                <a:lnTo>
                  <a:pt x="18128" y="10893"/>
                </a:lnTo>
                <a:lnTo>
                  <a:pt x="18418" y="10893"/>
                </a:lnTo>
                <a:lnTo>
                  <a:pt x="18418" y="4722"/>
                </a:lnTo>
                <a:lnTo>
                  <a:pt x="13697" y="1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2545;p87">
            <a:extLst>
              <a:ext uri="{FF2B5EF4-FFF2-40B4-BE49-F238E27FC236}">
                <a16:creationId xmlns:a16="http://schemas.microsoft.com/office/drawing/2014/main" id="{CFFDD7DF-F9CD-35FE-6E8C-E0774DA8F912}"/>
              </a:ext>
            </a:extLst>
          </p:cNvPr>
          <p:cNvSpPr/>
          <p:nvPr/>
        </p:nvSpPr>
        <p:spPr>
          <a:xfrm>
            <a:off x="11790633" y="943592"/>
            <a:ext cx="178938" cy="179233"/>
          </a:xfrm>
          <a:custGeom>
            <a:avLst/>
            <a:gdLst/>
            <a:ahLst/>
            <a:cxnLst/>
            <a:rect l="l" t="t" r="r" b="b"/>
            <a:pathLst>
              <a:path w="4845" h="4853" extrusionOk="0">
                <a:moveTo>
                  <a:pt x="211" y="0"/>
                </a:moveTo>
                <a:lnTo>
                  <a:pt x="0" y="211"/>
                </a:lnTo>
                <a:lnTo>
                  <a:pt x="4642" y="4853"/>
                </a:lnTo>
                <a:lnTo>
                  <a:pt x="4844" y="4642"/>
                </a:lnTo>
                <a:lnTo>
                  <a:pt x="211" y="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2593;p87">
            <a:extLst>
              <a:ext uri="{FF2B5EF4-FFF2-40B4-BE49-F238E27FC236}">
                <a16:creationId xmlns:a16="http://schemas.microsoft.com/office/drawing/2014/main" id="{470C679E-CC8D-B208-D771-A184070B11A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5775108" y="3120435"/>
            <a:ext cx="743776" cy="40237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2594;p87">
            <a:extLst>
              <a:ext uri="{FF2B5EF4-FFF2-40B4-BE49-F238E27FC236}">
                <a16:creationId xmlns:a16="http://schemas.microsoft.com/office/drawing/2014/main" id="{33D39353-12C7-124A-CC1A-EC336419F644}"/>
              </a:ext>
            </a:extLst>
          </p:cNvPr>
          <p:cNvSpPr/>
          <p:nvPr/>
        </p:nvSpPr>
        <p:spPr>
          <a:xfrm>
            <a:off x="327673" y="6496586"/>
            <a:ext cx="83288" cy="82957"/>
          </a:xfrm>
          <a:custGeom>
            <a:avLst/>
            <a:gdLst/>
            <a:ahLst/>
            <a:cxnLst/>
            <a:rect l="l" t="t" r="r" b="b"/>
            <a:pathLst>
              <a:path w="2260" h="2251" extrusionOk="0">
                <a:moveTo>
                  <a:pt x="0" y="0"/>
                </a:moveTo>
                <a:lnTo>
                  <a:pt x="0" y="2251"/>
                </a:lnTo>
                <a:lnTo>
                  <a:pt x="2260" y="2251"/>
                </a:lnTo>
                <a:lnTo>
                  <a:pt x="2260" y="1864"/>
                </a:lnTo>
                <a:lnTo>
                  <a:pt x="387" y="1864"/>
                </a:lnTo>
                <a:lnTo>
                  <a:pt x="387" y="0"/>
                </a:lnTo>
                <a:close/>
              </a:path>
            </a:pathLst>
          </a:custGeom>
          <a:solidFill>
            <a:srgbClr val="4DFFFF"/>
          </a:solidFill>
          <a:ln w="9525" cap="flat" cmpd="sng">
            <a:solidFill>
              <a:srgbClr val="009F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2595;p87">
            <a:extLst>
              <a:ext uri="{FF2B5EF4-FFF2-40B4-BE49-F238E27FC236}">
                <a16:creationId xmlns:a16="http://schemas.microsoft.com/office/drawing/2014/main" id="{934ED463-56F3-5EF8-F11D-68812E5709F6}"/>
              </a:ext>
            </a:extLst>
          </p:cNvPr>
          <p:cNvSpPr/>
          <p:nvPr/>
        </p:nvSpPr>
        <p:spPr>
          <a:xfrm>
            <a:off x="11805758" y="3715546"/>
            <a:ext cx="83288" cy="83288"/>
          </a:xfrm>
          <a:custGeom>
            <a:avLst/>
            <a:gdLst/>
            <a:ahLst/>
            <a:cxnLst/>
            <a:rect l="l" t="t" r="r" b="b"/>
            <a:pathLst>
              <a:path w="2260" h="2260" extrusionOk="0">
                <a:moveTo>
                  <a:pt x="1" y="0"/>
                </a:moveTo>
                <a:lnTo>
                  <a:pt x="1" y="387"/>
                </a:lnTo>
                <a:lnTo>
                  <a:pt x="1873" y="387"/>
                </a:lnTo>
                <a:lnTo>
                  <a:pt x="1873" y="2260"/>
                </a:lnTo>
                <a:lnTo>
                  <a:pt x="2260" y="2260"/>
                </a:lnTo>
                <a:lnTo>
                  <a:pt x="2260" y="0"/>
                </a:lnTo>
                <a:close/>
              </a:path>
            </a:pathLst>
          </a:custGeom>
          <a:solidFill>
            <a:srgbClr val="4DFFFF"/>
          </a:solidFill>
          <a:ln w="9525" cap="flat" cmpd="sng">
            <a:solidFill>
              <a:srgbClr val="009F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2596;p87">
            <a:extLst>
              <a:ext uri="{FF2B5EF4-FFF2-40B4-BE49-F238E27FC236}">
                <a16:creationId xmlns:a16="http://schemas.microsoft.com/office/drawing/2014/main" id="{6E165074-FA3D-587E-92D8-30B862F8FE7C}"/>
              </a:ext>
            </a:extLst>
          </p:cNvPr>
          <p:cNvSpPr/>
          <p:nvPr/>
        </p:nvSpPr>
        <p:spPr>
          <a:xfrm>
            <a:off x="327673" y="3718464"/>
            <a:ext cx="83288" cy="83288"/>
          </a:xfrm>
          <a:custGeom>
            <a:avLst/>
            <a:gdLst/>
            <a:ahLst/>
            <a:cxnLst/>
            <a:rect l="l" t="t" r="r" b="b"/>
            <a:pathLst>
              <a:path w="2260" h="2260" extrusionOk="0">
                <a:moveTo>
                  <a:pt x="0" y="0"/>
                </a:moveTo>
                <a:lnTo>
                  <a:pt x="0" y="2260"/>
                </a:lnTo>
                <a:lnTo>
                  <a:pt x="387" y="2260"/>
                </a:lnTo>
                <a:lnTo>
                  <a:pt x="387" y="387"/>
                </a:lnTo>
                <a:lnTo>
                  <a:pt x="2260" y="387"/>
                </a:lnTo>
                <a:lnTo>
                  <a:pt x="2260" y="0"/>
                </a:lnTo>
                <a:close/>
              </a:path>
            </a:pathLst>
          </a:custGeom>
          <a:solidFill>
            <a:srgbClr val="4DFFFF"/>
          </a:solidFill>
          <a:ln w="9525" cap="flat" cmpd="sng">
            <a:solidFill>
              <a:srgbClr val="009F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2600;p87">
            <a:extLst>
              <a:ext uri="{FF2B5EF4-FFF2-40B4-BE49-F238E27FC236}">
                <a16:creationId xmlns:a16="http://schemas.microsoft.com/office/drawing/2014/main" id="{18F8EA96-20A8-1C1C-FBEC-09E7105A6987}"/>
              </a:ext>
            </a:extLst>
          </p:cNvPr>
          <p:cNvSpPr/>
          <p:nvPr/>
        </p:nvSpPr>
        <p:spPr>
          <a:xfrm>
            <a:off x="344686" y="3429976"/>
            <a:ext cx="83288" cy="82957"/>
          </a:xfrm>
          <a:custGeom>
            <a:avLst/>
            <a:gdLst/>
            <a:ahLst/>
            <a:cxnLst/>
            <a:rect l="l" t="t" r="r" b="b"/>
            <a:pathLst>
              <a:path w="2260" h="2251" extrusionOk="0">
                <a:moveTo>
                  <a:pt x="0" y="0"/>
                </a:moveTo>
                <a:lnTo>
                  <a:pt x="0" y="2251"/>
                </a:lnTo>
                <a:lnTo>
                  <a:pt x="2260" y="2251"/>
                </a:lnTo>
                <a:lnTo>
                  <a:pt x="2260" y="1864"/>
                </a:lnTo>
                <a:lnTo>
                  <a:pt x="387" y="1864"/>
                </a:lnTo>
                <a:lnTo>
                  <a:pt x="387" y="0"/>
                </a:lnTo>
                <a:close/>
              </a:path>
            </a:pathLst>
          </a:custGeom>
          <a:solidFill>
            <a:srgbClr val="4DFFFF"/>
          </a:solidFill>
          <a:ln w="9525" cap="flat" cmpd="sng">
            <a:solidFill>
              <a:srgbClr val="009F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2601;p87">
            <a:extLst>
              <a:ext uri="{FF2B5EF4-FFF2-40B4-BE49-F238E27FC236}">
                <a16:creationId xmlns:a16="http://schemas.microsoft.com/office/drawing/2014/main" id="{6F1AEEBD-CF7B-1B5E-F594-222635419FA8}"/>
              </a:ext>
            </a:extLst>
          </p:cNvPr>
          <p:cNvSpPr/>
          <p:nvPr/>
        </p:nvSpPr>
        <p:spPr>
          <a:xfrm>
            <a:off x="335608" y="948168"/>
            <a:ext cx="83288" cy="83288"/>
          </a:xfrm>
          <a:custGeom>
            <a:avLst/>
            <a:gdLst/>
            <a:ahLst/>
            <a:cxnLst/>
            <a:rect l="l" t="t" r="r" b="b"/>
            <a:pathLst>
              <a:path w="2260" h="2260" extrusionOk="0">
                <a:moveTo>
                  <a:pt x="0" y="0"/>
                </a:moveTo>
                <a:lnTo>
                  <a:pt x="0" y="2260"/>
                </a:lnTo>
                <a:lnTo>
                  <a:pt x="387" y="2260"/>
                </a:lnTo>
                <a:lnTo>
                  <a:pt x="387" y="387"/>
                </a:lnTo>
                <a:lnTo>
                  <a:pt x="2260" y="387"/>
                </a:lnTo>
                <a:lnTo>
                  <a:pt x="2260" y="0"/>
                </a:lnTo>
                <a:close/>
              </a:path>
            </a:pathLst>
          </a:custGeom>
          <a:solidFill>
            <a:srgbClr val="4DFFFF"/>
          </a:solidFill>
          <a:ln w="9525" cap="flat" cmpd="sng">
            <a:solidFill>
              <a:srgbClr val="009F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6" name="Google Shape;2605;p87">
            <a:extLst>
              <a:ext uri="{FF2B5EF4-FFF2-40B4-BE49-F238E27FC236}">
                <a16:creationId xmlns:a16="http://schemas.microsoft.com/office/drawing/2014/main" id="{47264596-EC78-6207-8A6A-8A21A4BA9F0A}"/>
              </a:ext>
            </a:extLst>
          </p:cNvPr>
          <p:cNvGrpSpPr/>
          <p:nvPr/>
        </p:nvGrpSpPr>
        <p:grpSpPr>
          <a:xfrm>
            <a:off x="11181584" y="6526803"/>
            <a:ext cx="716234" cy="145073"/>
            <a:chOff x="1571871" y="1788325"/>
            <a:chExt cx="716234" cy="145073"/>
          </a:xfrm>
        </p:grpSpPr>
        <p:sp>
          <p:nvSpPr>
            <p:cNvPr id="117" name="Google Shape;2606;p87">
              <a:extLst>
                <a:ext uri="{FF2B5EF4-FFF2-40B4-BE49-F238E27FC236}">
                  <a16:creationId xmlns:a16="http://schemas.microsoft.com/office/drawing/2014/main" id="{DEEAD9FF-D00E-5ADF-92E3-4A440B2E444C}"/>
                </a:ext>
              </a:extLst>
            </p:cNvPr>
            <p:cNvSpPr/>
            <p:nvPr/>
          </p:nvSpPr>
          <p:spPr>
            <a:xfrm>
              <a:off x="1576648" y="1788325"/>
              <a:ext cx="711457" cy="145073"/>
            </a:xfrm>
            <a:custGeom>
              <a:avLst/>
              <a:gdLst/>
              <a:ahLst/>
              <a:cxnLst/>
              <a:rect l="l" t="t" r="r" b="b"/>
              <a:pathLst>
                <a:path w="15597" h="3825" extrusionOk="0">
                  <a:moveTo>
                    <a:pt x="15447" y="1"/>
                  </a:moveTo>
                  <a:lnTo>
                    <a:pt x="15447" y="1785"/>
                  </a:lnTo>
                  <a:lnTo>
                    <a:pt x="13566" y="3675"/>
                  </a:lnTo>
                  <a:lnTo>
                    <a:pt x="150" y="3675"/>
                  </a:lnTo>
                  <a:lnTo>
                    <a:pt x="150" y="1926"/>
                  </a:lnTo>
                  <a:lnTo>
                    <a:pt x="1" y="1926"/>
                  </a:lnTo>
                  <a:lnTo>
                    <a:pt x="1" y="3825"/>
                  </a:lnTo>
                  <a:lnTo>
                    <a:pt x="13627" y="3825"/>
                  </a:lnTo>
                  <a:lnTo>
                    <a:pt x="15596" y="1856"/>
                  </a:lnTo>
                  <a:lnTo>
                    <a:pt x="15596" y="1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2607;p87">
              <a:extLst>
                <a:ext uri="{FF2B5EF4-FFF2-40B4-BE49-F238E27FC236}">
                  <a16:creationId xmlns:a16="http://schemas.microsoft.com/office/drawing/2014/main" id="{57DCEE39-5107-34B2-9804-99245A954A9F}"/>
                </a:ext>
              </a:extLst>
            </p:cNvPr>
            <p:cNvSpPr/>
            <p:nvPr/>
          </p:nvSpPr>
          <p:spPr>
            <a:xfrm>
              <a:off x="1571871" y="1850850"/>
              <a:ext cx="20026" cy="20024"/>
            </a:xfrm>
            <a:custGeom>
              <a:avLst/>
              <a:gdLst/>
              <a:ahLst/>
              <a:cxnLst/>
              <a:rect l="l" t="t" r="r" b="b"/>
              <a:pathLst>
                <a:path w="519" h="528" extrusionOk="0">
                  <a:moveTo>
                    <a:pt x="255" y="0"/>
                  </a:moveTo>
                  <a:cubicBezTo>
                    <a:pt x="115" y="0"/>
                    <a:pt x="0" y="115"/>
                    <a:pt x="0" y="264"/>
                  </a:cubicBezTo>
                  <a:cubicBezTo>
                    <a:pt x="0" y="405"/>
                    <a:pt x="115" y="528"/>
                    <a:pt x="255" y="528"/>
                  </a:cubicBezTo>
                  <a:cubicBezTo>
                    <a:pt x="405" y="528"/>
                    <a:pt x="519" y="405"/>
                    <a:pt x="519" y="264"/>
                  </a:cubicBezTo>
                  <a:cubicBezTo>
                    <a:pt x="519" y="115"/>
                    <a:pt x="405" y="0"/>
                    <a:pt x="255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9139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CE007-B88E-B9DC-A22D-E6C907948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493;p87">
            <a:extLst>
              <a:ext uri="{FF2B5EF4-FFF2-40B4-BE49-F238E27FC236}">
                <a16:creationId xmlns:a16="http://schemas.microsoft.com/office/drawing/2014/main" id="{257B34E6-CD7F-BA4C-B09F-D957E7963B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B0F0"/>
              </a:gs>
              <a:gs pos="58000">
                <a:srgbClr val="020323"/>
              </a:gs>
              <a:gs pos="100000">
                <a:srgbClr val="020323"/>
              </a:gs>
            </a:gsLst>
            <a:path path="circle">
              <a:fillToRect l="50000" t="50000" r="50000" b="50000"/>
            </a:path>
            <a:tileRect/>
          </a:gradFill>
          <a:ln w="19050" cap="flat" cmpd="sng">
            <a:solidFill>
              <a:srgbClr val="0F465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" name="Google Shape;2503;p87">
            <a:extLst>
              <a:ext uri="{FF2B5EF4-FFF2-40B4-BE49-F238E27FC236}">
                <a16:creationId xmlns:a16="http://schemas.microsoft.com/office/drawing/2014/main" id="{170BD5BC-C3E3-6C5F-F13A-3FDE7C70C2DA}"/>
              </a:ext>
            </a:extLst>
          </p:cNvPr>
          <p:cNvGrpSpPr/>
          <p:nvPr/>
        </p:nvGrpSpPr>
        <p:grpSpPr>
          <a:xfrm>
            <a:off x="0" y="-1"/>
            <a:ext cx="12192000" cy="571887"/>
            <a:chOff x="0" y="-1"/>
            <a:chExt cx="12192000" cy="571887"/>
          </a:xfrm>
        </p:grpSpPr>
        <p:sp>
          <p:nvSpPr>
            <p:cNvPr id="15" name="Google Shape;2504;p87">
              <a:extLst>
                <a:ext uri="{FF2B5EF4-FFF2-40B4-BE49-F238E27FC236}">
                  <a16:creationId xmlns:a16="http://schemas.microsoft.com/office/drawing/2014/main" id="{5538FD71-D82D-98A7-37EF-112CF1542380}"/>
                </a:ext>
              </a:extLst>
            </p:cNvPr>
            <p:cNvSpPr/>
            <p:nvPr/>
          </p:nvSpPr>
          <p:spPr>
            <a:xfrm rot="10800000" flipH="1">
              <a:off x="6567509" y="413476"/>
              <a:ext cx="193574" cy="72527"/>
            </a:xfrm>
            <a:custGeom>
              <a:avLst/>
              <a:gdLst/>
              <a:ahLst/>
              <a:cxnLst/>
              <a:rect l="l" t="t" r="r" b="b"/>
              <a:pathLst>
                <a:path w="4573" h="3953" extrusionOk="0">
                  <a:moveTo>
                    <a:pt x="0" y="0"/>
                  </a:moveTo>
                  <a:lnTo>
                    <a:pt x="2286" y="3953"/>
                  </a:lnTo>
                  <a:lnTo>
                    <a:pt x="4572" y="0"/>
                  </a:lnTo>
                  <a:close/>
                </a:path>
              </a:pathLst>
            </a:custGeom>
            <a:solidFill>
              <a:srgbClr val="501549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2505;p87">
              <a:extLst>
                <a:ext uri="{FF2B5EF4-FFF2-40B4-BE49-F238E27FC236}">
                  <a16:creationId xmlns:a16="http://schemas.microsoft.com/office/drawing/2014/main" id="{95123DF8-FCFE-650F-A25E-67AE676324A3}"/>
                </a:ext>
              </a:extLst>
            </p:cNvPr>
            <p:cNvSpPr/>
            <p:nvPr/>
          </p:nvSpPr>
          <p:spPr>
            <a:xfrm>
              <a:off x="0" y="0"/>
              <a:ext cx="12192000" cy="3977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2506;p87">
              <a:extLst>
                <a:ext uri="{FF2B5EF4-FFF2-40B4-BE49-F238E27FC236}">
                  <a16:creationId xmlns:a16="http://schemas.microsoft.com/office/drawing/2014/main" id="{83C2BC63-B7E4-552D-755E-4F769CA06155}"/>
                </a:ext>
              </a:extLst>
            </p:cNvPr>
            <p:cNvSpPr/>
            <p:nvPr/>
          </p:nvSpPr>
          <p:spPr>
            <a:xfrm>
              <a:off x="2938382" y="-1"/>
              <a:ext cx="6358017" cy="571887"/>
            </a:xfrm>
            <a:prstGeom prst="flowChartAlternateProcess">
              <a:avLst/>
            </a:prstGeom>
            <a:solidFill>
              <a:schemeClr val="dk2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2507;p87">
              <a:extLst>
                <a:ext uri="{FF2B5EF4-FFF2-40B4-BE49-F238E27FC236}">
                  <a16:creationId xmlns:a16="http://schemas.microsoft.com/office/drawing/2014/main" id="{641D1D25-49F2-E2C0-3F93-6E493BE82B08}"/>
                </a:ext>
              </a:extLst>
            </p:cNvPr>
            <p:cNvSpPr/>
            <p:nvPr/>
          </p:nvSpPr>
          <p:spPr>
            <a:xfrm>
              <a:off x="2778027" y="38838"/>
              <a:ext cx="1117600" cy="533048"/>
            </a:xfrm>
            <a:prstGeom prst="flowChartTerminator">
              <a:avLst/>
            </a:prstGeom>
            <a:solidFill>
              <a:schemeClr val="dk2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2508;p87">
              <a:extLst>
                <a:ext uri="{FF2B5EF4-FFF2-40B4-BE49-F238E27FC236}">
                  <a16:creationId xmlns:a16="http://schemas.microsoft.com/office/drawing/2014/main" id="{ACEC6569-447E-661B-4D8F-946C3D865EEE}"/>
                </a:ext>
              </a:extLst>
            </p:cNvPr>
            <p:cNvSpPr/>
            <p:nvPr/>
          </p:nvSpPr>
          <p:spPr>
            <a:xfrm>
              <a:off x="8163530" y="33558"/>
              <a:ext cx="1250443" cy="538328"/>
            </a:xfrm>
            <a:prstGeom prst="flowChartTerminator">
              <a:avLst/>
            </a:prstGeom>
            <a:solidFill>
              <a:schemeClr val="dk2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" name="Google Shape;2513;p87" descr="Uma imagem contendo escuro, computador, luz, remoto&#10;&#10;Descrição gerada automaticamente">
            <a:extLst>
              <a:ext uri="{FF2B5EF4-FFF2-40B4-BE49-F238E27FC236}">
                <a16:creationId xmlns:a16="http://schemas.microsoft.com/office/drawing/2014/main" id="{93DCD11C-6C35-79D1-C093-0CF0A141B72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8082" y="-2"/>
            <a:ext cx="2958616" cy="109731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516;p87">
            <a:extLst>
              <a:ext uri="{FF2B5EF4-FFF2-40B4-BE49-F238E27FC236}">
                <a16:creationId xmlns:a16="http://schemas.microsoft.com/office/drawing/2014/main" id="{D18D3867-1FB2-9A2F-B81C-746737F36121}"/>
              </a:ext>
            </a:extLst>
          </p:cNvPr>
          <p:cNvSpPr/>
          <p:nvPr/>
        </p:nvSpPr>
        <p:spPr>
          <a:xfrm>
            <a:off x="364713" y="941150"/>
            <a:ext cx="3459619" cy="5639388"/>
          </a:xfrm>
          <a:prstGeom prst="flowChartInternalStorage">
            <a:avLst/>
          </a:prstGeom>
          <a:solidFill>
            <a:srgbClr val="022D55">
              <a:alpha val="7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2538;p87">
            <a:extLst>
              <a:ext uri="{FF2B5EF4-FFF2-40B4-BE49-F238E27FC236}">
                <a16:creationId xmlns:a16="http://schemas.microsoft.com/office/drawing/2014/main" id="{2F714229-74AB-195C-3C29-09798A13A340}"/>
              </a:ext>
            </a:extLst>
          </p:cNvPr>
          <p:cNvSpPr/>
          <p:nvPr/>
        </p:nvSpPr>
        <p:spPr>
          <a:xfrm>
            <a:off x="4172031" y="941148"/>
            <a:ext cx="7684361" cy="5633083"/>
          </a:xfrm>
          <a:prstGeom prst="flowChartInternalStorage">
            <a:avLst/>
          </a:prstGeom>
          <a:solidFill>
            <a:srgbClr val="022D55">
              <a:alpha val="7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2544;p87">
            <a:extLst>
              <a:ext uri="{FF2B5EF4-FFF2-40B4-BE49-F238E27FC236}">
                <a16:creationId xmlns:a16="http://schemas.microsoft.com/office/drawing/2014/main" id="{1302CB35-0189-106C-9FBE-262DEA5C6803}"/>
              </a:ext>
            </a:extLst>
          </p:cNvPr>
          <p:cNvSpPr/>
          <p:nvPr/>
        </p:nvSpPr>
        <p:spPr>
          <a:xfrm>
            <a:off x="11199571" y="960959"/>
            <a:ext cx="680260" cy="402343"/>
          </a:xfrm>
          <a:custGeom>
            <a:avLst/>
            <a:gdLst/>
            <a:ahLst/>
            <a:cxnLst/>
            <a:rect l="l" t="t" r="r" b="b"/>
            <a:pathLst>
              <a:path w="18419" h="10894" extrusionOk="0">
                <a:moveTo>
                  <a:pt x="1" y="1"/>
                </a:moveTo>
                <a:lnTo>
                  <a:pt x="1" y="291"/>
                </a:lnTo>
                <a:lnTo>
                  <a:pt x="13574" y="291"/>
                </a:lnTo>
                <a:lnTo>
                  <a:pt x="18128" y="4845"/>
                </a:lnTo>
                <a:lnTo>
                  <a:pt x="18128" y="10893"/>
                </a:lnTo>
                <a:lnTo>
                  <a:pt x="18418" y="10893"/>
                </a:lnTo>
                <a:lnTo>
                  <a:pt x="18418" y="4722"/>
                </a:lnTo>
                <a:lnTo>
                  <a:pt x="13697" y="1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2545;p87">
            <a:extLst>
              <a:ext uri="{FF2B5EF4-FFF2-40B4-BE49-F238E27FC236}">
                <a16:creationId xmlns:a16="http://schemas.microsoft.com/office/drawing/2014/main" id="{A36493F5-1A4D-2859-AFE1-7F159B548087}"/>
              </a:ext>
            </a:extLst>
          </p:cNvPr>
          <p:cNvSpPr/>
          <p:nvPr/>
        </p:nvSpPr>
        <p:spPr>
          <a:xfrm>
            <a:off x="11790633" y="964140"/>
            <a:ext cx="178938" cy="179233"/>
          </a:xfrm>
          <a:custGeom>
            <a:avLst/>
            <a:gdLst/>
            <a:ahLst/>
            <a:cxnLst/>
            <a:rect l="l" t="t" r="r" b="b"/>
            <a:pathLst>
              <a:path w="4845" h="4853" extrusionOk="0">
                <a:moveTo>
                  <a:pt x="211" y="0"/>
                </a:moveTo>
                <a:lnTo>
                  <a:pt x="0" y="211"/>
                </a:lnTo>
                <a:lnTo>
                  <a:pt x="4642" y="4853"/>
                </a:lnTo>
                <a:lnTo>
                  <a:pt x="4844" y="4642"/>
                </a:lnTo>
                <a:lnTo>
                  <a:pt x="211" y="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2593;p87">
            <a:extLst>
              <a:ext uri="{FF2B5EF4-FFF2-40B4-BE49-F238E27FC236}">
                <a16:creationId xmlns:a16="http://schemas.microsoft.com/office/drawing/2014/main" id="{8593F43C-D62A-4EBA-A4C3-C84DF4FC53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4110698" y="6182133"/>
            <a:ext cx="743776" cy="40237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2594;p87">
            <a:extLst>
              <a:ext uri="{FF2B5EF4-FFF2-40B4-BE49-F238E27FC236}">
                <a16:creationId xmlns:a16="http://schemas.microsoft.com/office/drawing/2014/main" id="{42962BC5-FE95-B33E-BAD7-952A6F1BC999}"/>
              </a:ext>
            </a:extLst>
          </p:cNvPr>
          <p:cNvSpPr/>
          <p:nvPr/>
        </p:nvSpPr>
        <p:spPr>
          <a:xfrm>
            <a:off x="327673" y="6496586"/>
            <a:ext cx="83288" cy="82957"/>
          </a:xfrm>
          <a:custGeom>
            <a:avLst/>
            <a:gdLst/>
            <a:ahLst/>
            <a:cxnLst/>
            <a:rect l="l" t="t" r="r" b="b"/>
            <a:pathLst>
              <a:path w="2260" h="2251" extrusionOk="0">
                <a:moveTo>
                  <a:pt x="0" y="0"/>
                </a:moveTo>
                <a:lnTo>
                  <a:pt x="0" y="2251"/>
                </a:lnTo>
                <a:lnTo>
                  <a:pt x="2260" y="2251"/>
                </a:lnTo>
                <a:lnTo>
                  <a:pt x="2260" y="1864"/>
                </a:lnTo>
                <a:lnTo>
                  <a:pt x="387" y="1864"/>
                </a:lnTo>
                <a:lnTo>
                  <a:pt x="387" y="0"/>
                </a:lnTo>
                <a:close/>
              </a:path>
            </a:pathLst>
          </a:custGeom>
          <a:solidFill>
            <a:srgbClr val="4DFFFF"/>
          </a:solidFill>
          <a:ln w="9525" cap="flat" cmpd="sng">
            <a:solidFill>
              <a:srgbClr val="009F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2595;p87">
            <a:extLst>
              <a:ext uri="{FF2B5EF4-FFF2-40B4-BE49-F238E27FC236}">
                <a16:creationId xmlns:a16="http://schemas.microsoft.com/office/drawing/2014/main" id="{1760035D-D3FD-74B4-82CD-02B2BCBB7BED}"/>
              </a:ext>
            </a:extLst>
          </p:cNvPr>
          <p:cNvSpPr/>
          <p:nvPr/>
        </p:nvSpPr>
        <p:spPr>
          <a:xfrm>
            <a:off x="3761070" y="920980"/>
            <a:ext cx="83288" cy="83288"/>
          </a:xfrm>
          <a:custGeom>
            <a:avLst/>
            <a:gdLst/>
            <a:ahLst/>
            <a:cxnLst/>
            <a:rect l="l" t="t" r="r" b="b"/>
            <a:pathLst>
              <a:path w="2260" h="2260" extrusionOk="0">
                <a:moveTo>
                  <a:pt x="1" y="0"/>
                </a:moveTo>
                <a:lnTo>
                  <a:pt x="1" y="387"/>
                </a:lnTo>
                <a:lnTo>
                  <a:pt x="1873" y="387"/>
                </a:lnTo>
                <a:lnTo>
                  <a:pt x="1873" y="2260"/>
                </a:lnTo>
                <a:lnTo>
                  <a:pt x="2260" y="2260"/>
                </a:lnTo>
                <a:lnTo>
                  <a:pt x="2260" y="0"/>
                </a:lnTo>
                <a:close/>
              </a:path>
            </a:pathLst>
          </a:custGeom>
          <a:solidFill>
            <a:srgbClr val="4DFFFF"/>
          </a:solidFill>
          <a:ln w="9525" cap="flat" cmpd="sng">
            <a:solidFill>
              <a:srgbClr val="009F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2596;p87">
            <a:extLst>
              <a:ext uri="{FF2B5EF4-FFF2-40B4-BE49-F238E27FC236}">
                <a16:creationId xmlns:a16="http://schemas.microsoft.com/office/drawing/2014/main" id="{A38794DE-F229-2764-F11B-4439CF53D2C9}"/>
              </a:ext>
            </a:extLst>
          </p:cNvPr>
          <p:cNvSpPr/>
          <p:nvPr/>
        </p:nvSpPr>
        <p:spPr>
          <a:xfrm>
            <a:off x="327673" y="923898"/>
            <a:ext cx="83288" cy="83288"/>
          </a:xfrm>
          <a:custGeom>
            <a:avLst/>
            <a:gdLst/>
            <a:ahLst/>
            <a:cxnLst/>
            <a:rect l="l" t="t" r="r" b="b"/>
            <a:pathLst>
              <a:path w="2260" h="2260" extrusionOk="0">
                <a:moveTo>
                  <a:pt x="0" y="0"/>
                </a:moveTo>
                <a:lnTo>
                  <a:pt x="0" y="2260"/>
                </a:lnTo>
                <a:lnTo>
                  <a:pt x="387" y="2260"/>
                </a:lnTo>
                <a:lnTo>
                  <a:pt x="387" y="387"/>
                </a:lnTo>
                <a:lnTo>
                  <a:pt x="2260" y="387"/>
                </a:lnTo>
                <a:lnTo>
                  <a:pt x="2260" y="0"/>
                </a:lnTo>
                <a:close/>
              </a:path>
            </a:pathLst>
          </a:custGeom>
          <a:solidFill>
            <a:srgbClr val="4DFFFF"/>
          </a:solidFill>
          <a:ln w="9525" cap="flat" cmpd="sng">
            <a:solidFill>
              <a:srgbClr val="009F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6" name="Google Shape;2605;p87">
            <a:extLst>
              <a:ext uri="{FF2B5EF4-FFF2-40B4-BE49-F238E27FC236}">
                <a16:creationId xmlns:a16="http://schemas.microsoft.com/office/drawing/2014/main" id="{8DC985C8-B5E4-3ABF-73FC-213043E1D2CB}"/>
              </a:ext>
            </a:extLst>
          </p:cNvPr>
          <p:cNvGrpSpPr/>
          <p:nvPr/>
        </p:nvGrpSpPr>
        <p:grpSpPr>
          <a:xfrm>
            <a:off x="3136896" y="6526803"/>
            <a:ext cx="716234" cy="145073"/>
            <a:chOff x="1571871" y="1788325"/>
            <a:chExt cx="716234" cy="145073"/>
          </a:xfrm>
        </p:grpSpPr>
        <p:sp>
          <p:nvSpPr>
            <p:cNvPr id="117" name="Google Shape;2606;p87">
              <a:extLst>
                <a:ext uri="{FF2B5EF4-FFF2-40B4-BE49-F238E27FC236}">
                  <a16:creationId xmlns:a16="http://schemas.microsoft.com/office/drawing/2014/main" id="{3F4971FC-FFEA-A923-F8A5-E5A015B4844D}"/>
                </a:ext>
              </a:extLst>
            </p:cNvPr>
            <p:cNvSpPr/>
            <p:nvPr/>
          </p:nvSpPr>
          <p:spPr>
            <a:xfrm>
              <a:off x="1576648" y="1788325"/>
              <a:ext cx="711457" cy="145073"/>
            </a:xfrm>
            <a:custGeom>
              <a:avLst/>
              <a:gdLst/>
              <a:ahLst/>
              <a:cxnLst/>
              <a:rect l="l" t="t" r="r" b="b"/>
              <a:pathLst>
                <a:path w="15597" h="3825" extrusionOk="0">
                  <a:moveTo>
                    <a:pt x="15447" y="1"/>
                  </a:moveTo>
                  <a:lnTo>
                    <a:pt x="15447" y="1785"/>
                  </a:lnTo>
                  <a:lnTo>
                    <a:pt x="13566" y="3675"/>
                  </a:lnTo>
                  <a:lnTo>
                    <a:pt x="150" y="3675"/>
                  </a:lnTo>
                  <a:lnTo>
                    <a:pt x="150" y="1926"/>
                  </a:lnTo>
                  <a:lnTo>
                    <a:pt x="1" y="1926"/>
                  </a:lnTo>
                  <a:lnTo>
                    <a:pt x="1" y="3825"/>
                  </a:lnTo>
                  <a:lnTo>
                    <a:pt x="13627" y="3825"/>
                  </a:lnTo>
                  <a:lnTo>
                    <a:pt x="15596" y="1856"/>
                  </a:lnTo>
                  <a:lnTo>
                    <a:pt x="15596" y="1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2607;p87">
              <a:extLst>
                <a:ext uri="{FF2B5EF4-FFF2-40B4-BE49-F238E27FC236}">
                  <a16:creationId xmlns:a16="http://schemas.microsoft.com/office/drawing/2014/main" id="{7FD88BC9-37AA-A59A-E119-38E636BB7CD5}"/>
                </a:ext>
              </a:extLst>
            </p:cNvPr>
            <p:cNvSpPr/>
            <p:nvPr/>
          </p:nvSpPr>
          <p:spPr>
            <a:xfrm>
              <a:off x="1571871" y="1850850"/>
              <a:ext cx="20026" cy="20024"/>
            </a:xfrm>
            <a:custGeom>
              <a:avLst/>
              <a:gdLst/>
              <a:ahLst/>
              <a:cxnLst/>
              <a:rect l="l" t="t" r="r" b="b"/>
              <a:pathLst>
                <a:path w="519" h="528" extrusionOk="0">
                  <a:moveTo>
                    <a:pt x="255" y="0"/>
                  </a:moveTo>
                  <a:cubicBezTo>
                    <a:pt x="115" y="0"/>
                    <a:pt x="0" y="115"/>
                    <a:pt x="0" y="264"/>
                  </a:cubicBezTo>
                  <a:cubicBezTo>
                    <a:pt x="0" y="405"/>
                    <a:pt x="115" y="528"/>
                    <a:pt x="255" y="528"/>
                  </a:cubicBezTo>
                  <a:cubicBezTo>
                    <a:pt x="405" y="528"/>
                    <a:pt x="519" y="405"/>
                    <a:pt x="519" y="264"/>
                  </a:cubicBezTo>
                  <a:cubicBezTo>
                    <a:pt x="519" y="115"/>
                    <a:pt x="405" y="0"/>
                    <a:pt x="255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086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EDE3A-3394-0A74-DEC2-F82D209C9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493;p87">
            <a:extLst>
              <a:ext uri="{FF2B5EF4-FFF2-40B4-BE49-F238E27FC236}">
                <a16:creationId xmlns:a16="http://schemas.microsoft.com/office/drawing/2014/main" id="{1B59112F-4C67-F56C-5343-F03C445D9A5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B0F0"/>
              </a:gs>
              <a:gs pos="58000">
                <a:srgbClr val="020323"/>
              </a:gs>
              <a:gs pos="100000">
                <a:srgbClr val="020323"/>
              </a:gs>
            </a:gsLst>
            <a:path path="circle">
              <a:fillToRect l="50000" t="50000" r="50000" b="50000"/>
            </a:path>
            <a:tileRect/>
          </a:gradFill>
          <a:ln w="19050" cap="flat" cmpd="sng">
            <a:solidFill>
              <a:srgbClr val="0F465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" name="Google Shape;2503;p87">
            <a:extLst>
              <a:ext uri="{FF2B5EF4-FFF2-40B4-BE49-F238E27FC236}">
                <a16:creationId xmlns:a16="http://schemas.microsoft.com/office/drawing/2014/main" id="{45533A6F-37FA-9AC8-F2A2-47DA6F703596}"/>
              </a:ext>
            </a:extLst>
          </p:cNvPr>
          <p:cNvGrpSpPr/>
          <p:nvPr/>
        </p:nvGrpSpPr>
        <p:grpSpPr>
          <a:xfrm>
            <a:off x="0" y="-1"/>
            <a:ext cx="12192000" cy="571887"/>
            <a:chOff x="0" y="-1"/>
            <a:chExt cx="12192000" cy="571887"/>
          </a:xfrm>
        </p:grpSpPr>
        <p:sp>
          <p:nvSpPr>
            <p:cNvPr id="15" name="Google Shape;2504;p87">
              <a:extLst>
                <a:ext uri="{FF2B5EF4-FFF2-40B4-BE49-F238E27FC236}">
                  <a16:creationId xmlns:a16="http://schemas.microsoft.com/office/drawing/2014/main" id="{9A762989-47C9-57AF-9E66-5C4370864929}"/>
                </a:ext>
              </a:extLst>
            </p:cNvPr>
            <p:cNvSpPr/>
            <p:nvPr/>
          </p:nvSpPr>
          <p:spPr>
            <a:xfrm rot="10800000" flipH="1">
              <a:off x="6567509" y="413476"/>
              <a:ext cx="193574" cy="72527"/>
            </a:xfrm>
            <a:custGeom>
              <a:avLst/>
              <a:gdLst/>
              <a:ahLst/>
              <a:cxnLst/>
              <a:rect l="l" t="t" r="r" b="b"/>
              <a:pathLst>
                <a:path w="4573" h="3953" extrusionOk="0">
                  <a:moveTo>
                    <a:pt x="0" y="0"/>
                  </a:moveTo>
                  <a:lnTo>
                    <a:pt x="2286" y="3953"/>
                  </a:lnTo>
                  <a:lnTo>
                    <a:pt x="4572" y="0"/>
                  </a:lnTo>
                  <a:close/>
                </a:path>
              </a:pathLst>
            </a:custGeom>
            <a:solidFill>
              <a:srgbClr val="501549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2505;p87">
              <a:extLst>
                <a:ext uri="{FF2B5EF4-FFF2-40B4-BE49-F238E27FC236}">
                  <a16:creationId xmlns:a16="http://schemas.microsoft.com/office/drawing/2014/main" id="{F96740DE-168F-2262-DB08-DFCCE84C032C}"/>
                </a:ext>
              </a:extLst>
            </p:cNvPr>
            <p:cNvSpPr/>
            <p:nvPr/>
          </p:nvSpPr>
          <p:spPr>
            <a:xfrm>
              <a:off x="0" y="0"/>
              <a:ext cx="12192000" cy="397758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2506;p87">
              <a:extLst>
                <a:ext uri="{FF2B5EF4-FFF2-40B4-BE49-F238E27FC236}">
                  <a16:creationId xmlns:a16="http://schemas.microsoft.com/office/drawing/2014/main" id="{55070DCA-A3E4-455F-D2C9-0A58AA096F23}"/>
                </a:ext>
              </a:extLst>
            </p:cNvPr>
            <p:cNvSpPr/>
            <p:nvPr/>
          </p:nvSpPr>
          <p:spPr>
            <a:xfrm>
              <a:off x="2938382" y="-1"/>
              <a:ext cx="6358017" cy="571887"/>
            </a:xfrm>
            <a:prstGeom prst="flowChartAlternateProcess">
              <a:avLst/>
            </a:prstGeom>
            <a:solidFill>
              <a:schemeClr val="dk2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2507;p87">
              <a:extLst>
                <a:ext uri="{FF2B5EF4-FFF2-40B4-BE49-F238E27FC236}">
                  <a16:creationId xmlns:a16="http://schemas.microsoft.com/office/drawing/2014/main" id="{497EBE5E-AA3D-F3AB-5A38-40F5FF05FEE0}"/>
                </a:ext>
              </a:extLst>
            </p:cNvPr>
            <p:cNvSpPr/>
            <p:nvPr/>
          </p:nvSpPr>
          <p:spPr>
            <a:xfrm>
              <a:off x="2778027" y="38838"/>
              <a:ext cx="1117600" cy="533048"/>
            </a:xfrm>
            <a:prstGeom prst="flowChartTerminator">
              <a:avLst/>
            </a:prstGeom>
            <a:solidFill>
              <a:schemeClr val="dk2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2508;p87">
              <a:extLst>
                <a:ext uri="{FF2B5EF4-FFF2-40B4-BE49-F238E27FC236}">
                  <a16:creationId xmlns:a16="http://schemas.microsoft.com/office/drawing/2014/main" id="{5C96DC05-D1A7-B631-0D88-A7DE024FD0D2}"/>
                </a:ext>
              </a:extLst>
            </p:cNvPr>
            <p:cNvSpPr/>
            <p:nvPr/>
          </p:nvSpPr>
          <p:spPr>
            <a:xfrm>
              <a:off x="8163530" y="33558"/>
              <a:ext cx="1250443" cy="538328"/>
            </a:xfrm>
            <a:prstGeom prst="flowChartTerminator">
              <a:avLst/>
            </a:prstGeom>
            <a:solidFill>
              <a:schemeClr val="dk2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" name="Google Shape;2513;p87" descr="Uma imagem contendo escuro, computador, luz, remoto&#10;&#10;Descrição gerada automaticamente">
            <a:extLst>
              <a:ext uri="{FF2B5EF4-FFF2-40B4-BE49-F238E27FC236}">
                <a16:creationId xmlns:a16="http://schemas.microsoft.com/office/drawing/2014/main" id="{C6DEFCC9-C900-2D49-AED6-092C76B6699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8082" y="-2"/>
            <a:ext cx="2958616" cy="109731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516;p87">
            <a:extLst>
              <a:ext uri="{FF2B5EF4-FFF2-40B4-BE49-F238E27FC236}">
                <a16:creationId xmlns:a16="http://schemas.microsoft.com/office/drawing/2014/main" id="{22BD73C7-3C98-9FAF-0442-30C827CE2A0F}"/>
              </a:ext>
            </a:extLst>
          </p:cNvPr>
          <p:cNvSpPr/>
          <p:nvPr/>
        </p:nvSpPr>
        <p:spPr>
          <a:xfrm>
            <a:off x="364713" y="941150"/>
            <a:ext cx="3629095" cy="4887892"/>
          </a:xfrm>
          <a:prstGeom prst="flowChartInternalStorage">
            <a:avLst/>
          </a:prstGeom>
          <a:solidFill>
            <a:srgbClr val="022D55">
              <a:alpha val="7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2544;p87">
            <a:extLst>
              <a:ext uri="{FF2B5EF4-FFF2-40B4-BE49-F238E27FC236}">
                <a16:creationId xmlns:a16="http://schemas.microsoft.com/office/drawing/2014/main" id="{DA9D1819-1095-58FE-4E21-3391D8391780}"/>
              </a:ext>
            </a:extLst>
          </p:cNvPr>
          <p:cNvSpPr/>
          <p:nvPr/>
        </p:nvSpPr>
        <p:spPr>
          <a:xfrm>
            <a:off x="11199571" y="940411"/>
            <a:ext cx="680260" cy="402343"/>
          </a:xfrm>
          <a:custGeom>
            <a:avLst/>
            <a:gdLst/>
            <a:ahLst/>
            <a:cxnLst/>
            <a:rect l="l" t="t" r="r" b="b"/>
            <a:pathLst>
              <a:path w="18419" h="10894" extrusionOk="0">
                <a:moveTo>
                  <a:pt x="1" y="1"/>
                </a:moveTo>
                <a:lnTo>
                  <a:pt x="1" y="291"/>
                </a:lnTo>
                <a:lnTo>
                  <a:pt x="13574" y="291"/>
                </a:lnTo>
                <a:lnTo>
                  <a:pt x="18128" y="4845"/>
                </a:lnTo>
                <a:lnTo>
                  <a:pt x="18128" y="10893"/>
                </a:lnTo>
                <a:lnTo>
                  <a:pt x="18418" y="10893"/>
                </a:lnTo>
                <a:lnTo>
                  <a:pt x="18418" y="4722"/>
                </a:lnTo>
                <a:lnTo>
                  <a:pt x="13697" y="1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2545;p87">
            <a:extLst>
              <a:ext uri="{FF2B5EF4-FFF2-40B4-BE49-F238E27FC236}">
                <a16:creationId xmlns:a16="http://schemas.microsoft.com/office/drawing/2014/main" id="{E781E47F-E4A6-466A-15F1-FB0B5C2DA3E3}"/>
              </a:ext>
            </a:extLst>
          </p:cNvPr>
          <p:cNvSpPr/>
          <p:nvPr/>
        </p:nvSpPr>
        <p:spPr>
          <a:xfrm>
            <a:off x="11790633" y="943592"/>
            <a:ext cx="178938" cy="179233"/>
          </a:xfrm>
          <a:custGeom>
            <a:avLst/>
            <a:gdLst/>
            <a:ahLst/>
            <a:cxnLst/>
            <a:rect l="l" t="t" r="r" b="b"/>
            <a:pathLst>
              <a:path w="4845" h="4853" extrusionOk="0">
                <a:moveTo>
                  <a:pt x="211" y="0"/>
                </a:moveTo>
                <a:lnTo>
                  <a:pt x="0" y="211"/>
                </a:lnTo>
                <a:lnTo>
                  <a:pt x="4642" y="4853"/>
                </a:lnTo>
                <a:lnTo>
                  <a:pt x="4844" y="4642"/>
                </a:lnTo>
                <a:lnTo>
                  <a:pt x="211" y="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2593;p87">
            <a:extLst>
              <a:ext uri="{FF2B5EF4-FFF2-40B4-BE49-F238E27FC236}">
                <a16:creationId xmlns:a16="http://schemas.microsoft.com/office/drawing/2014/main" id="{3C6096BA-F4D9-D35A-7FC7-7267E6A00C2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8170287" y="5420618"/>
            <a:ext cx="743776" cy="40237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2596;p87">
            <a:extLst>
              <a:ext uri="{FF2B5EF4-FFF2-40B4-BE49-F238E27FC236}">
                <a16:creationId xmlns:a16="http://schemas.microsoft.com/office/drawing/2014/main" id="{360FAEE7-88F0-CB25-D52D-FE3DADC515E5}"/>
              </a:ext>
            </a:extLst>
          </p:cNvPr>
          <p:cNvSpPr/>
          <p:nvPr/>
        </p:nvSpPr>
        <p:spPr>
          <a:xfrm>
            <a:off x="327673" y="6112357"/>
            <a:ext cx="83288" cy="83288"/>
          </a:xfrm>
          <a:custGeom>
            <a:avLst/>
            <a:gdLst/>
            <a:ahLst/>
            <a:cxnLst/>
            <a:rect l="l" t="t" r="r" b="b"/>
            <a:pathLst>
              <a:path w="2260" h="2260" extrusionOk="0">
                <a:moveTo>
                  <a:pt x="0" y="0"/>
                </a:moveTo>
                <a:lnTo>
                  <a:pt x="0" y="2260"/>
                </a:lnTo>
                <a:lnTo>
                  <a:pt x="387" y="2260"/>
                </a:lnTo>
                <a:lnTo>
                  <a:pt x="387" y="387"/>
                </a:lnTo>
                <a:lnTo>
                  <a:pt x="2260" y="387"/>
                </a:lnTo>
                <a:lnTo>
                  <a:pt x="2260" y="0"/>
                </a:lnTo>
                <a:close/>
              </a:path>
            </a:pathLst>
          </a:custGeom>
          <a:solidFill>
            <a:srgbClr val="4DFFFF"/>
          </a:solidFill>
          <a:ln w="9525" cap="flat" cmpd="sng">
            <a:solidFill>
              <a:srgbClr val="009F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6" name="Google Shape;2605;p87">
            <a:extLst>
              <a:ext uri="{FF2B5EF4-FFF2-40B4-BE49-F238E27FC236}">
                <a16:creationId xmlns:a16="http://schemas.microsoft.com/office/drawing/2014/main" id="{A0AD6E78-D2AC-A972-BB02-D98A80088D95}"/>
              </a:ext>
            </a:extLst>
          </p:cNvPr>
          <p:cNvGrpSpPr/>
          <p:nvPr/>
        </p:nvGrpSpPr>
        <p:grpSpPr>
          <a:xfrm>
            <a:off x="3301280" y="5766517"/>
            <a:ext cx="716234" cy="145073"/>
            <a:chOff x="1571871" y="1788325"/>
            <a:chExt cx="716234" cy="145073"/>
          </a:xfrm>
        </p:grpSpPr>
        <p:sp>
          <p:nvSpPr>
            <p:cNvPr id="117" name="Google Shape;2606;p87">
              <a:extLst>
                <a:ext uri="{FF2B5EF4-FFF2-40B4-BE49-F238E27FC236}">
                  <a16:creationId xmlns:a16="http://schemas.microsoft.com/office/drawing/2014/main" id="{7514C814-6366-B41B-BDF9-32DDB0BF6B9F}"/>
                </a:ext>
              </a:extLst>
            </p:cNvPr>
            <p:cNvSpPr/>
            <p:nvPr/>
          </p:nvSpPr>
          <p:spPr>
            <a:xfrm>
              <a:off x="1576648" y="1788325"/>
              <a:ext cx="711457" cy="145073"/>
            </a:xfrm>
            <a:custGeom>
              <a:avLst/>
              <a:gdLst/>
              <a:ahLst/>
              <a:cxnLst/>
              <a:rect l="l" t="t" r="r" b="b"/>
              <a:pathLst>
                <a:path w="15597" h="3825" extrusionOk="0">
                  <a:moveTo>
                    <a:pt x="15447" y="1"/>
                  </a:moveTo>
                  <a:lnTo>
                    <a:pt x="15447" y="1785"/>
                  </a:lnTo>
                  <a:lnTo>
                    <a:pt x="13566" y="3675"/>
                  </a:lnTo>
                  <a:lnTo>
                    <a:pt x="150" y="3675"/>
                  </a:lnTo>
                  <a:lnTo>
                    <a:pt x="150" y="1926"/>
                  </a:lnTo>
                  <a:lnTo>
                    <a:pt x="1" y="1926"/>
                  </a:lnTo>
                  <a:lnTo>
                    <a:pt x="1" y="3825"/>
                  </a:lnTo>
                  <a:lnTo>
                    <a:pt x="13627" y="3825"/>
                  </a:lnTo>
                  <a:lnTo>
                    <a:pt x="15596" y="1856"/>
                  </a:lnTo>
                  <a:lnTo>
                    <a:pt x="15596" y="1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2607;p87">
              <a:extLst>
                <a:ext uri="{FF2B5EF4-FFF2-40B4-BE49-F238E27FC236}">
                  <a16:creationId xmlns:a16="http://schemas.microsoft.com/office/drawing/2014/main" id="{A1A232D0-CF28-3CAD-F9F6-514B73AA578D}"/>
                </a:ext>
              </a:extLst>
            </p:cNvPr>
            <p:cNvSpPr/>
            <p:nvPr/>
          </p:nvSpPr>
          <p:spPr>
            <a:xfrm>
              <a:off x="1571871" y="1850850"/>
              <a:ext cx="20026" cy="20024"/>
            </a:xfrm>
            <a:custGeom>
              <a:avLst/>
              <a:gdLst/>
              <a:ahLst/>
              <a:cxnLst/>
              <a:rect l="l" t="t" r="r" b="b"/>
              <a:pathLst>
                <a:path w="519" h="528" extrusionOk="0">
                  <a:moveTo>
                    <a:pt x="255" y="0"/>
                  </a:moveTo>
                  <a:cubicBezTo>
                    <a:pt x="115" y="0"/>
                    <a:pt x="0" y="115"/>
                    <a:pt x="0" y="264"/>
                  </a:cubicBezTo>
                  <a:cubicBezTo>
                    <a:pt x="0" y="405"/>
                    <a:pt x="115" y="528"/>
                    <a:pt x="255" y="528"/>
                  </a:cubicBezTo>
                  <a:cubicBezTo>
                    <a:pt x="405" y="528"/>
                    <a:pt x="519" y="405"/>
                    <a:pt x="519" y="264"/>
                  </a:cubicBezTo>
                  <a:cubicBezTo>
                    <a:pt x="519" y="115"/>
                    <a:pt x="405" y="0"/>
                    <a:pt x="255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" name="Google Shape;2516;p87">
            <a:extLst>
              <a:ext uri="{FF2B5EF4-FFF2-40B4-BE49-F238E27FC236}">
                <a16:creationId xmlns:a16="http://schemas.microsoft.com/office/drawing/2014/main" id="{60F30BE7-6DB0-4173-A44A-00CA0DA726EF}"/>
              </a:ext>
            </a:extLst>
          </p:cNvPr>
          <p:cNvSpPr/>
          <p:nvPr/>
        </p:nvSpPr>
        <p:spPr>
          <a:xfrm>
            <a:off x="8240972" y="940155"/>
            <a:ext cx="3629095" cy="4879102"/>
          </a:xfrm>
          <a:prstGeom prst="flowChartInternalStorage">
            <a:avLst/>
          </a:prstGeom>
          <a:solidFill>
            <a:srgbClr val="022D55">
              <a:alpha val="7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516;p87">
            <a:extLst>
              <a:ext uri="{FF2B5EF4-FFF2-40B4-BE49-F238E27FC236}">
                <a16:creationId xmlns:a16="http://schemas.microsoft.com/office/drawing/2014/main" id="{3D6A64DA-ABC7-9788-DE3F-043992C1A726}"/>
              </a:ext>
            </a:extLst>
          </p:cNvPr>
          <p:cNvSpPr/>
          <p:nvPr/>
        </p:nvSpPr>
        <p:spPr>
          <a:xfrm>
            <a:off x="4297150" y="940155"/>
            <a:ext cx="3629095" cy="4879102"/>
          </a:xfrm>
          <a:prstGeom prst="flowChartInternalStorage">
            <a:avLst/>
          </a:prstGeom>
          <a:solidFill>
            <a:srgbClr val="022D55">
              <a:alpha val="7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2516;p87">
            <a:extLst>
              <a:ext uri="{FF2B5EF4-FFF2-40B4-BE49-F238E27FC236}">
                <a16:creationId xmlns:a16="http://schemas.microsoft.com/office/drawing/2014/main" id="{03C6A837-64AD-ACFE-C634-7B7A03C7C700}"/>
              </a:ext>
            </a:extLst>
          </p:cNvPr>
          <p:cNvSpPr/>
          <p:nvPr/>
        </p:nvSpPr>
        <p:spPr>
          <a:xfrm>
            <a:off x="358624" y="6129205"/>
            <a:ext cx="11511443" cy="573704"/>
          </a:xfrm>
          <a:prstGeom prst="flowChartInternalStorage">
            <a:avLst/>
          </a:prstGeom>
          <a:solidFill>
            <a:srgbClr val="022D55">
              <a:alpha val="7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44;p87">
            <a:extLst>
              <a:ext uri="{FF2B5EF4-FFF2-40B4-BE49-F238E27FC236}">
                <a16:creationId xmlns:a16="http://schemas.microsoft.com/office/drawing/2014/main" id="{80009333-11CF-2407-66B2-E71226F3A188}"/>
              </a:ext>
            </a:extLst>
          </p:cNvPr>
          <p:cNvSpPr/>
          <p:nvPr/>
        </p:nvSpPr>
        <p:spPr>
          <a:xfrm>
            <a:off x="11208135" y="6127148"/>
            <a:ext cx="680260" cy="402343"/>
          </a:xfrm>
          <a:custGeom>
            <a:avLst/>
            <a:gdLst/>
            <a:ahLst/>
            <a:cxnLst/>
            <a:rect l="l" t="t" r="r" b="b"/>
            <a:pathLst>
              <a:path w="18419" h="10894" extrusionOk="0">
                <a:moveTo>
                  <a:pt x="1" y="1"/>
                </a:moveTo>
                <a:lnTo>
                  <a:pt x="1" y="291"/>
                </a:lnTo>
                <a:lnTo>
                  <a:pt x="13574" y="291"/>
                </a:lnTo>
                <a:lnTo>
                  <a:pt x="18128" y="4845"/>
                </a:lnTo>
                <a:lnTo>
                  <a:pt x="18128" y="10893"/>
                </a:lnTo>
                <a:lnTo>
                  <a:pt x="18418" y="10893"/>
                </a:lnTo>
                <a:lnTo>
                  <a:pt x="18418" y="4722"/>
                </a:lnTo>
                <a:lnTo>
                  <a:pt x="13697" y="1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545;p87">
            <a:extLst>
              <a:ext uri="{FF2B5EF4-FFF2-40B4-BE49-F238E27FC236}">
                <a16:creationId xmlns:a16="http://schemas.microsoft.com/office/drawing/2014/main" id="{950F9FD9-FD5E-8603-8A96-3C9C7E5FCF45}"/>
              </a:ext>
            </a:extLst>
          </p:cNvPr>
          <p:cNvSpPr/>
          <p:nvPr/>
        </p:nvSpPr>
        <p:spPr>
          <a:xfrm>
            <a:off x="11799197" y="6130329"/>
            <a:ext cx="178938" cy="179233"/>
          </a:xfrm>
          <a:custGeom>
            <a:avLst/>
            <a:gdLst/>
            <a:ahLst/>
            <a:cxnLst/>
            <a:rect l="l" t="t" r="r" b="b"/>
            <a:pathLst>
              <a:path w="4845" h="4853" extrusionOk="0">
                <a:moveTo>
                  <a:pt x="211" y="0"/>
                </a:moveTo>
                <a:lnTo>
                  <a:pt x="0" y="211"/>
                </a:lnTo>
                <a:lnTo>
                  <a:pt x="4642" y="4853"/>
                </a:lnTo>
                <a:lnTo>
                  <a:pt x="4844" y="4642"/>
                </a:lnTo>
                <a:lnTo>
                  <a:pt x="211" y="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oogle Shape;2593;p87">
            <a:extLst>
              <a:ext uri="{FF2B5EF4-FFF2-40B4-BE49-F238E27FC236}">
                <a16:creationId xmlns:a16="http://schemas.microsoft.com/office/drawing/2014/main" id="{E38A6EF4-6C46-3079-C8F5-99215705084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288277" y="6302479"/>
            <a:ext cx="743776" cy="402371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2596;p87">
            <a:extLst>
              <a:ext uri="{FF2B5EF4-FFF2-40B4-BE49-F238E27FC236}">
                <a16:creationId xmlns:a16="http://schemas.microsoft.com/office/drawing/2014/main" id="{CAE9F302-16BE-8BCE-8A29-E99840D88454}"/>
              </a:ext>
            </a:extLst>
          </p:cNvPr>
          <p:cNvSpPr/>
          <p:nvPr/>
        </p:nvSpPr>
        <p:spPr>
          <a:xfrm>
            <a:off x="327673" y="923898"/>
            <a:ext cx="83288" cy="83288"/>
          </a:xfrm>
          <a:custGeom>
            <a:avLst/>
            <a:gdLst/>
            <a:ahLst/>
            <a:cxnLst/>
            <a:rect l="l" t="t" r="r" b="b"/>
            <a:pathLst>
              <a:path w="2260" h="2260" extrusionOk="0">
                <a:moveTo>
                  <a:pt x="0" y="0"/>
                </a:moveTo>
                <a:lnTo>
                  <a:pt x="0" y="2260"/>
                </a:lnTo>
                <a:lnTo>
                  <a:pt x="387" y="2260"/>
                </a:lnTo>
                <a:lnTo>
                  <a:pt x="387" y="387"/>
                </a:lnTo>
                <a:lnTo>
                  <a:pt x="2260" y="387"/>
                </a:lnTo>
                <a:lnTo>
                  <a:pt x="2260" y="0"/>
                </a:lnTo>
                <a:close/>
              </a:path>
            </a:pathLst>
          </a:custGeom>
          <a:solidFill>
            <a:srgbClr val="4DFFFF"/>
          </a:solidFill>
          <a:ln w="9525" cap="flat" cmpd="sng">
            <a:solidFill>
              <a:srgbClr val="009F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2596;p87">
            <a:extLst>
              <a:ext uri="{FF2B5EF4-FFF2-40B4-BE49-F238E27FC236}">
                <a16:creationId xmlns:a16="http://schemas.microsoft.com/office/drawing/2014/main" id="{DE1DBD66-40E4-E303-F844-BDD8F8065070}"/>
              </a:ext>
            </a:extLst>
          </p:cNvPr>
          <p:cNvSpPr/>
          <p:nvPr/>
        </p:nvSpPr>
        <p:spPr>
          <a:xfrm>
            <a:off x="4260967" y="922188"/>
            <a:ext cx="83288" cy="83288"/>
          </a:xfrm>
          <a:custGeom>
            <a:avLst/>
            <a:gdLst/>
            <a:ahLst/>
            <a:cxnLst/>
            <a:rect l="l" t="t" r="r" b="b"/>
            <a:pathLst>
              <a:path w="2260" h="2260" extrusionOk="0">
                <a:moveTo>
                  <a:pt x="0" y="0"/>
                </a:moveTo>
                <a:lnTo>
                  <a:pt x="0" y="2260"/>
                </a:lnTo>
                <a:lnTo>
                  <a:pt x="387" y="2260"/>
                </a:lnTo>
                <a:lnTo>
                  <a:pt x="387" y="387"/>
                </a:lnTo>
                <a:lnTo>
                  <a:pt x="2260" y="387"/>
                </a:lnTo>
                <a:lnTo>
                  <a:pt x="2260" y="0"/>
                </a:lnTo>
                <a:close/>
              </a:path>
            </a:pathLst>
          </a:custGeom>
          <a:solidFill>
            <a:srgbClr val="4DFFFF"/>
          </a:solidFill>
          <a:ln w="9525" cap="flat" cmpd="sng">
            <a:solidFill>
              <a:srgbClr val="009F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" name="Google Shape;2605;p87">
            <a:extLst>
              <a:ext uri="{FF2B5EF4-FFF2-40B4-BE49-F238E27FC236}">
                <a16:creationId xmlns:a16="http://schemas.microsoft.com/office/drawing/2014/main" id="{D661DF5B-3FF1-9F1E-E6B9-D806920754DE}"/>
              </a:ext>
            </a:extLst>
          </p:cNvPr>
          <p:cNvGrpSpPr/>
          <p:nvPr/>
        </p:nvGrpSpPr>
        <p:grpSpPr>
          <a:xfrm>
            <a:off x="7214028" y="5744259"/>
            <a:ext cx="716234" cy="145073"/>
            <a:chOff x="1571871" y="1788325"/>
            <a:chExt cx="716234" cy="145073"/>
          </a:xfrm>
        </p:grpSpPr>
        <p:sp>
          <p:nvSpPr>
            <p:cNvPr id="34" name="Google Shape;2606;p87">
              <a:extLst>
                <a:ext uri="{FF2B5EF4-FFF2-40B4-BE49-F238E27FC236}">
                  <a16:creationId xmlns:a16="http://schemas.microsoft.com/office/drawing/2014/main" id="{10B14D46-CEF7-B819-6BD8-BEE489D6AE64}"/>
                </a:ext>
              </a:extLst>
            </p:cNvPr>
            <p:cNvSpPr/>
            <p:nvPr/>
          </p:nvSpPr>
          <p:spPr>
            <a:xfrm>
              <a:off x="1576648" y="1788325"/>
              <a:ext cx="711457" cy="145073"/>
            </a:xfrm>
            <a:custGeom>
              <a:avLst/>
              <a:gdLst/>
              <a:ahLst/>
              <a:cxnLst/>
              <a:rect l="l" t="t" r="r" b="b"/>
              <a:pathLst>
                <a:path w="15597" h="3825" extrusionOk="0">
                  <a:moveTo>
                    <a:pt x="15447" y="1"/>
                  </a:moveTo>
                  <a:lnTo>
                    <a:pt x="15447" y="1785"/>
                  </a:lnTo>
                  <a:lnTo>
                    <a:pt x="13566" y="3675"/>
                  </a:lnTo>
                  <a:lnTo>
                    <a:pt x="150" y="3675"/>
                  </a:lnTo>
                  <a:lnTo>
                    <a:pt x="150" y="1926"/>
                  </a:lnTo>
                  <a:lnTo>
                    <a:pt x="1" y="1926"/>
                  </a:lnTo>
                  <a:lnTo>
                    <a:pt x="1" y="3825"/>
                  </a:lnTo>
                  <a:lnTo>
                    <a:pt x="13627" y="3825"/>
                  </a:lnTo>
                  <a:lnTo>
                    <a:pt x="15596" y="1856"/>
                  </a:lnTo>
                  <a:lnTo>
                    <a:pt x="15596" y="1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2607;p87">
              <a:extLst>
                <a:ext uri="{FF2B5EF4-FFF2-40B4-BE49-F238E27FC236}">
                  <a16:creationId xmlns:a16="http://schemas.microsoft.com/office/drawing/2014/main" id="{4BFC3F12-B201-D1F9-E83C-30F72D57424B}"/>
                </a:ext>
              </a:extLst>
            </p:cNvPr>
            <p:cNvSpPr/>
            <p:nvPr/>
          </p:nvSpPr>
          <p:spPr>
            <a:xfrm>
              <a:off x="1571871" y="1850850"/>
              <a:ext cx="20026" cy="20024"/>
            </a:xfrm>
            <a:custGeom>
              <a:avLst/>
              <a:gdLst/>
              <a:ahLst/>
              <a:cxnLst/>
              <a:rect l="l" t="t" r="r" b="b"/>
              <a:pathLst>
                <a:path w="519" h="528" extrusionOk="0">
                  <a:moveTo>
                    <a:pt x="255" y="0"/>
                  </a:moveTo>
                  <a:cubicBezTo>
                    <a:pt x="115" y="0"/>
                    <a:pt x="0" y="115"/>
                    <a:pt x="0" y="264"/>
                  </a:cubicBezTo>
                  <a:cubicBezTo>
                    <a:pt x="0" y="405"/>
                    <a:pt x="115" y="528"/>
                    <a:pt x="255" y="528"/>
                  </a:cubicBezTo>
                  <a:cubicBezTo>
                    <a:pt x="405" y="528"/>
                    <a:pt x="519" y="405"/>
                    <a:pt x="519" y="264"/>
                  </a:cubicBezTo>
                  <a:cubicBezTo>
                    <a:pt x="519" y="115"/>
                    <a:pt x="405" y="0"/>
                    <a:pt x="255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52950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9</Words>
  <Application>Microsoft Office PowerPoint</Application>
  <PresentationFormat>Widescreen</PresentationFormat>
  <Paragraphs>5</Paragraphs>
  <Slides>5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Open Sans ExtraBold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 Henrique P. Cunha</dc:creator>
  <cp:lastModifiedBy>Paulo Henrique P. Cunha</cp:lastModifiedBy>
  <cp:revision>3</cp:revision>
  <dcterms:created xsi:type="dcterms:W3CDTF">2025-11-21T17:07:09Z</dcterms:created>
  <dcterms:modified xsi:type="dcterms:W3CDTF">2025-11-22T12:43:04Z</dcterms:modified>
</cp:coreProperties>
</file>